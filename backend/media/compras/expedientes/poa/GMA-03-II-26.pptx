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6" r:id="rId3"/>
    <p:sldId id="288" r:id="rId4"/>
    <p:sldId id="264" r:id="rId5"/>
    <p:sldId id="281" r:id="rId6"/>
    <p:sldId id="282" r:id="rId7"/>
    <p:sldId id="259" r:id="rId8"/>
    <p:sldId id="265" r:id="rId9"/>
    <p:sldId id="317" r:id="rId10"/>
    <p:sldId id="311" r:id="rId11"/>
    <p:sldId id="266" r:id="rId12"/>
    <p:sldId id="261" r:id="rId13"/>
    <p:sldId id="257" r:id="rId14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6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22342-FD95-F97A-D099-862133E8D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60A2D0-E5E6-F803-DD57-E1B0968DE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0EC929-9FAB-B8D8-D504-38FB7B0FD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0710F4-90C6-7881-2EB5-051A3323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A70354-5322-4B7E-1371-BE0904AB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1842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12215-B3B2-7A5A-EBBD-4C65CBF5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E8DE9F-B3E7-DECF-33C8-E98F76B97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3AC6D8-F547-8FD4-DFE8-2E9C5E04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8A83A-8734-98CF-5D30-F0595237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332EE4-1011-DF31-2E4C-29B51FB0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335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FF96D-D48C-064F-7C4C-0EAB13AB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C7B2AA-95AE-C9E7-EA9B-62CD96FBB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312AD-DBDD-1649-8C73-02139256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DF05D8-91F6-4B89-739E-89F340D2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E7AA18-DB43-B5FA-51C4-FA31524A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8808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9261B-8BA0-4515-5198-2660BB5F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F35D1B-1D7F-9CB8-ACF2-F251012DE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F755D5-9CAA-ABF9-E32D-A943CAC0D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1A3FCC-A818-EA5D-4261-740D23D8B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0F68ED-7113-7DD3-30F4-A585FD8A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EB9C74-F167-3E36-195E-E42E4D3A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2326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52B59-70F7-F669-BEB2-2B924B36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7ED095-0915-C0FB-C2FF-9646B3181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808142-E040-F366-CD91-4E7B89E2C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82A089-1570-77A5-91B9-9C2FF24CC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ECE6BB-24CF-F656-614D-5CBFD76ED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B42C700-E162-AF69-F9D5-01931C98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8C68E6B-402A-2E18-B0C8-1AF56420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95DE6F0-A304-A212-839E-82175B9D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9999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738D6-9F4E-6694-C97F-0C8E1465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6F6389-FA46-1C1A-639A-3674B603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406019C-4320-1155-105C-CEAECAE36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9846FE-DAF7-B7A6-57EE-D84F1C60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6283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F1FB027-0C44-4370-D10F-0A2C22F2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03BE9E-2266-8C3C-5C9F-CEF13B6B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1D2A5A-3BBA-0F62-DFDA-213E82CD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1385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4205C-7A63-40AF-54A9-6DD6264E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2FEAA-4FB5-650E-1059-5CA8532E4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4A4A12-5049-39AE-795A-9FD74FF4D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84FDC8-C2CC-64C7-20B9-C9E11FAC6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015551-1469-1499-847C-FB9CEE94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523C32-7C8A-ADA7-F94B-95080998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2971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8C21D-5D1F-5C29-A206-BCCA2B18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D8C2E7F-22E5-BF54-6BAB-5CC52F1D5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582A96-53F1-C174-21CF-6E98796F4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973ADC-D9DA-EEC0-0060-7EBEB7733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471DA2-9EC2-BC24-A91D-3BA9D6BF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0EFD27-7FF6-2E2E-0653-15A25B91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5280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40C21-CD4F-4A9C-8EDF-C136961E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1AD737-8809-00A2-8398-22E4E4CFA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6AA55C-4301-AD9B-A209-AB75A673F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15604E-585E-EA45-EE9E-FDB99D65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180ACD-7304-50F0-E862-777E166F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15328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0C8E9A-D742-A3B8-2D4E-6BBEAF57E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5FC95A-1654-D52B-570B-A083C456A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D0065-66C9-4265-C324-5574C724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628503-E4CD-95F4-A0CF-4874590A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2E3F0C-3A24-CB76-5EAD-C139C336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9907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9FFCD1-9825-0803-AF44-34A23FFA2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963D43-8F85-435D-B0B7-437120181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578ADF-6E75-332D-ED12-3AC519A72E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277DA-B45E-BFD1-D19B-AE228AFD7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F577C-1C16-EF24-4C79-515E80FE0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7312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BB6C2-9D76-0AB0-634F-A58CBCA3B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3C4F5C96-ADF4-4FB6-F854-B4750F6A0D80}"/>
              </a:ext>
            </a:extLst>
          </p:cNvPr>
          <p:cNvSpPr/>
          <p:nvPr/>
        </p:nvSpPr>
        <p:spPr>
          <a:xfrm>
            <a:off x="1703512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ORGANIZACIÓN  TERRITORIAL</a:t>
            </a:r>
            <a:endParaRPr lang="es-BO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CAB6A1-67E7-B4BC-5B5A-B89F17A8C504}"/>
              </a:ext>
            </a:extLst>
          </p:cNvPr>
          <p:cNvSpPr txBox="1"/>
          <p:nvPr/>
        </p:nvSpPr>
        <p:spPr>
          <a:xfrm>
            <a:off x="1919536" y="1124745"/>
            <a:ext cx="8280920" cy="169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Es la forma en que se divide el territorio considerado sea nacional o no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Para afrontar exigencias  de los estados de guerra o conmoción interna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Determinación de la organización territorial, es responsabilidad del órgano ejecutivo y los comandos estratégicos.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AF7688-FFF5-C592-05ED-66D5CDFA16E6}"/>
              </a:ext>
            </a:extLst>
          </p:cNvPr>
          <p:cNvSpPr txBox="1"/>
          <p:nvPr/>
        </p:nvSpPr>
        <p:spPr>
          <a:xfrm>
            <a:off x="5087888" y="2998083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TERRITORIO</a:t>
            </a:r>
            <a:endParaRPr lang="es-BO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EA9F0F-EF37-0451-A2C7-0F4DC1006DB2}"/>
              </a:ext>
            </a:extLst>
          </p:cNvPr>
          <p:cNvSpPr txBox="1"/>
          <p:nvPr/>
        </p:nvSpPr>
        <p:spPr>
          <a:xfrm>
            <a:off x="2063552" y="3429000"/>
            <a:ext cx="79208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Es una porción de globo terráqueo y podrá comprender tierra firme, el mar, las islas, los ríos, los lagos y el espacio aéreo situado sobre aquellos.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69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944283DD-75ED-FAB0-301C-040A01737424}"/>
              </a:ext>
            </a:extLst>
          </p:cNvPr>
          <p:cNvSpPr/>
          <p:nvPr/>
        </p:nvSpPr>
        <p:spPr>
          <a:xfrm>
            <a:off x="1703512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ORGANIZACIÓN  TERRITORIAL ANTES Y DURANTE LA GUERRA DEL CHACO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FEEFF18-5838-EE64-D5BE-D284F09C2ACD}"/>
              </a:ext>
            </a:extLst>
          </p:cNvPr>
          <p:cNvGrpSpPr/>
          <p:nvPr/>
        </p:nvGrpSpPr>
        <p:grpSpPr>
          <a:xfrm>
            <a:off x="2207568" y="1469618"/>
            <a:ext cx="4248472" cy="3744416"/>
            <a:chOff x="1835696" y="1412776"/>
            <a:chExt cx="4248472" cy="3744416"/>
          </a:xfrm>
        </p:grpSpPr>
        <p:pic>
          <p:nvPicPr>
            <p:cNvPr id="3" name="Picture 2" descr="Bolivia Mapa Lleno De Gradiente De Color Verde Claro. Alta Resolución.  Proyección De Mercator. Fotos, retratos, imágenes y fotografía de archivo  libres de derecho. Image 2598351">
              <a:extLst>
                <a:ext uri="{FF2B5EF4-FFF2-40B4-BE49-F238E27FC236}">
                  <a16:creationId xmlns:a16="http://schemas.microsoft.com/office/drawing/2014/main" id="{C465C004-71FE-8A62-9911-CBED94804D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88" t="5246" r="4619" b="3796"/>
            <a:stretch/>
          </p:blipFill>
          <p:spPr bwMode="auto">
            <a:xfrm>
              <a:off x="1835696" y="1412776"/>
              <a:ext cx="4248472" cy="3744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ángulo: esquinas diagonales redondeadas 3">
              <a:extLst>
                <a:ext uri="{FF2B5EF4-FFF2-40B4-BE49-F238E27FC236}">
                  <a16:creationId xmlns:a16="http://schemas.microsoft.com/office/drawing/2014/main" id="{C6A101A8-D840-83C0-865E-56E9544A84FA}"/>
                </a:ext>
              </a:extLst>
            </p:cNvPr>
            <p:cNvSpPr/>
            <p:nvPr/>
          </p:nvSpPr>
          <p:spPr>
            <a:xfrm>
              <a:off x="2771800" y="2357815"/>
              <a:ext cx="1170028" cy="567129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Regiones militares</a:t>
              </a:r>
            </a:p>
          </p:txBody>
        </p:sp>
        <p:sp>
          <p:nvSpPr>
            <p:cNvPr id="6" name="Rectángulo: esquinas diagonales redondeadas 5">
              <a:extLst>
                <a:ext uri="{FF2B5EF4-FFF2-40B4-BE49-F238E27FC236}">
                  <a16:creationId xmlns:a16="http://schemas.microsoft.com/office/drawing/2014/main" id="{DB9325B8-0924-E563-6742-73F71FC3A178}"/>
                </a:ext>
              </a:extLst>
            </p:cNvPr>
            <p:cNvSpPr/>
            <p:nvPr/>
          </p:nvSpPr>
          <p:spPr>
            <a:xfrm>
              <a:off x="2668085" y="3885180"/>
              <a:ext cx="1453175" cy="648072"/>
            </a:xfrm>
            <a:prstGeom prst="round2DiagRect">
              <a:avLst/>
            </a:prstGeom>
            <a:solidFill>
              <a:srgbClr val="B6E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Jefatura de frontera</a:t>
              </a:r>
            </a:p>
          </p:txBody>
        </p:sp>
        <p:sp>
          <p:nvSpPr>
            <p:cNvPr id="7" name="Rectángulo: esquinas diagonales redondeadas 6">
              <a:extLst>
                <a:ext uri="{FF2B5EF4-FFF2-40B4-BE49-F238E27FC236}">
                  <a16:creationId xmlns:a16="http://schemas.microsoft.com/office/drawing/2014/main" id="{7457902C-BD65-1CEA-6346-61FD04A50E22}"/>
                </a:ext>
              </a:extLst>
            </p:cNvPr>
            <p:cNvSpPr/>
            <p:nvPr/>
          </p:nvSpPr>
          <p:spPr>
            <a:xfrm>
              <a:off x="2433371" y="3104964"/>
              <a:ext cx="1922605" cy="648072"/>
            </a:xfrm>
            <a:prstGeom prst="round2DiagRect">
              <a:avLst/>
            </a:prstGeom>
            <a:solidFill>
              <a:srgbClr val="D3C2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16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Circunscripciones militares</a:t>
              </a:r>
            </a:p>
            <a:p>
              <a:pPr algn="ctr"/>
              <a:endParaRPr lang="es-ES" sz="1600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6A371F42-073D-D824-D289-4DF040D3DACB}"/>
              </a:ext>
            </a:extLst>
          </p:cNvPr>
          <p:cNvSpPr txBox="1"/>
          <p:nvPr/>
        </p:nvSpPr>
        <p:spPr>
          <a:xfrm>
            <a:off x="2805243" y="944724"/>
            <a:ext cx="6984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Sin criterios concretos y coherentes en la división militar del país.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27B0A1-C879-938D-B9EC-2C652755EB78}"/>
              </a:ext>
            </a:extLst>
          </p:cNvPr>
          <p:cNvSpPr txBox="1"/>
          <p:nvPr/>
        </p:nvSpPr>
        <p:spPr>
          <a:xfrm>
            <a:off x="5663953" y="2550329"/>
            <a:ext cx="4248473" cy="69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ES" sz="14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División </a:t>
            </a:r>
            <a:r>
              <a:rPr lang="es-ES" sz="14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Adm</a:t>
            </a:r>
            <a:r>
              <a:rPr lang="es-ES" sz="14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.,o territorial para la organización, control y operaciones militares.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C5116AA-FD0A-1D69-05E9-B7F417541C63}"/>
              </a:ext>
            </a:extLst>
          </p:cNvPr>
          <p:cNvSpPr txBox="1"/>
          <p:nvPr/>
        </p:nvSpPr>
        <p:spPr>
          <a:xfrm>
            <a:off x="4655841" y="1355605"/>
            <a:ext cx="5134179" cy="37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ES" sz="14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Subdivisión territorial, con fines de organización y </a:t>
            </a:r>
            <a:r>
              <a:rPr lang="es-ES" sz="1400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Adm</a:t>
            </a:r>
            <a:r>
              <a:rPr lang="es-ES" sz="14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. Mil.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AB33AD7-4523-1299-6F0E-15AF4B08B55F}"/>
              </a:ext>
            </a:extLst>
          </p:cNvPr>
          <p:cNvSpPr txBox="1"/>
          <p:nvPr/>
        </p:nvSpPr>
        <p:spPr>
          <a:xfrm>
            <a:off x="5008918" y="4621771"/>
            <a:ext cx="4968553" cy="1017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ES" sz="14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Constituido por un jefe de frontera y personal correspondiente para control y seguridad con un país limítrofe 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1AED46A-6232-A0B5-855E-22AE1E9E60C1}"/>
              </a:ext>
            </a:extLst>
          </p:cNvPr>
          <p:cNvCxnSpPr>
            <a:stCxn id="4" idx="3"/>
          </p:cNvCxnSpPr>
          <p:nvPr/>
        </p:nvCxnSpPr>
        <p:spPr>
          <a:xfrm flipV="1">
            <a:off x="3728686" y="1628801"/>
            <a:ext cx="999162" cy="7858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C356355-2B20-425B-C0B4-2214E675A201}"/>
              </a:ext>
            </a:extLst>
          </p:cNvPr>
          <p:cNvCxnSpPr/>
          <p:nvPr/>
        </p:nvCxnSpPr>
        <p:spPr>
          <a:xfrm flipV="1">
            <a:off x="4727848" y="2827010"/>
            <a:ext cx="999162" cy="7858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1ED067B-C2BC-CD7C-9062-4313F1DFEB87}"/>
              </a:ext>
            </a:extLst>
          </p:cNvPr>
          <p:cNvCxnSpPr>
            <a:cxnSpLocks/>
          </p:cNvCxnSpPr>
          <p:nvPr/>
        </p:nvCxnSpPr>
        <p:spPr>
          <a:xfrm>
            <a:off x="4475425" y="4184221"/>
            <a:ext cx="1084813" cy="5198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25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4 CuadroTexto"/>
          <p:cNvSpPr txBox="1">
            <a:spLocks noChangeArrowheads="1"/>
          </p:cNvSpPr>
          <p:nvPr/>
        </p:nvSpPr>
        <p:spPr bwMode="auto">
          <a:xfrm>
            <a:off x="1758898" y="917906"/>
            <a:ext cx="3328991" cy="451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ANTECEDENTES HISTORICOS</a:t>
            </a:r>
          </a:p>
        </p:txBody>
      </p:sp>
      <p:sp>
        <p:nvSpPr>
          <p:cNvPr id="2" name="Placa 1">
            <a:extLst>
              <a:ext uri="{FF2B5EF4-FFF2-40B4-BE49-F238E27FC236}">
                <a16:creationId xmlns:a16="http://schemas.microsoft.com/office/drawing/2014/main" id="{C6A50CF0-650F-9A04-7AA9-84AFB820BE4A}"/>
              </a:ext>
            </a:extLst>
          </p:cNvPr>
          <p:cNvSpPr/>
          <p:nvPr/>
        </p:nvSpPr>
        <p:spPr>
          <a:xfrm>
            <a:off x="1631504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FACTORES QUE DETERMINARON LA ORGANIZACIÓN TERRITORIAL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9C535E-902B-5F38-EB4C-D20DF1D93D57}"/>
              </a:ext>
            </a:extLst>
          </p:cNvPr>
          <p:cNvSpPr txBox="1"/>
          <p:nvPr/>
        </p:nvSpPr>
        <p:spPr>
          <a:xfrm>
            <a:off x="1618500" y="1259384"/>
            <a:ext cx="9031201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Antes/la guerra de Chaco proyectos  no definidos, sobre </a:t>
            </a:r>
            <a:r>
              <a:rPr lang="es-ES" dirty="0" err="1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Org</a:t>
            </a: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. Mil. Territorial del país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E629AA64-5F72-E31A-B39B-AD11028D04E4}"/>
              </a:ext>
            </a:extLst>
          </p:cNvPr>
          <p:cNvGrpSpPr/>
          <p:nvPr/>
        </p:nvGrpSpPr>
        <p:grpSpPr>
          <a:xfrm>
            <a:off x="2641088" y="1830094"/>
            <a:ext cx="7055312" cy="4551234"/>
            <a:chOff x="1117088" y="2046118"/>
            <a:chExt cx="7055312" cy="4551234"/>
          </a:xfrm>
        </p:grpSpPr>
        <p:pic>
          <p:nvPicPr>
            <p:cNvPr id="38" name="Picture 2" descr="Bolivia Mapa Lleno De Gradiente De Color Verde Claro. Alta Resolución.  Proyección De Mercator. Fotos, retratos, imágenes y fotografía de archivo  libres de derecho. Image 2598351">
              <a:extLst>
                <a:ext uri="{FF2B5EF4-FFF2-40B4-BE49-F238E27FC236}">
                  <a16:creationId xmlns:a16="http://schemas.microsoft.com/office/drawing/2014/main" id="{F32F0159-FE5D-5A30-4837-83B61BDCC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2507" y="2046118"/>
              <a:ext cx="4988812" cy="43502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18 Elipse">
              <a:extLst>
                <a:ext uri="{FF2B5EF4-FFF2-40B4-BE49-F238E27FC236}">
                  <a16:creationId xmlns:a16="http://schemas.microsoft.com/office/drawing/2014/main" id="{AA5A3A27-E441-E0E3-2772-FC9BEF8C8237}"/>
                </a:ext>
              </a:extLst>
            </p:cNvPr>
            <p:cNvSpPr/>
            <p:nvPr/>
          </p:nvSpPr>
          <p:spPr>
            <a:xfrm>
              <a:off x="3518968" y="3991121"/>
              <a:ext cx="1427043" cy="1026102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División del territorio </a:t>
              </a:r>
            </a:p>
          </p:txBody>
        </p:sp>
        <p:sp>
          <p:nvSpPr>
            <p:cNvPr id="40" name="26 Flecha arriba">
              <a:extLst>
                <a:ext uri="{FF2B5EF4-FFF2-40B4-BE49-F238E27FC236}">
                  <a16:creationId xmlns:a16="http://schemas.microsoft.com/office/drawing/2014/main" id="{087D6609-AA7E-9D18-E837-4A95C5E5AEC3}"/>
                </a:ext>
              </a:extLst>
            </p:cNvPr>
            <p:cNvSpPr/>
            <p:nvPr/>
          </p:nvSpPr>
          <p:spPr>
            <a:xfrm rot="1908245">
              <a:off x="4798903" y="3510379"/>
              <a:ext cx="392820" cy="571504"/>
            </a:xfrm>
            <a:prstGeom prst="upArrow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1" name="27 Flecha arriba">
              <a:extLst>
                <a:ext uri="{FF2B5EF4-FFF2-40B4-BE49-F238E27FC236}">
                  <a16:creationId xmlns:a16="http://schemas.microsoft.com/office/drawing/2014/main" id="{6F02B8B1-FE2D-4041-DEAD-E8A1A6A5F6F1}"/>
                </a:ext>
              </a:extLst>
            </p:cNvPr>
            <p:cNvSpPr/>
            <p:nvPr/>
          </p:nvSpPr>
          <p:spPr>
            <a:xfrm rot="5400000">
              <a:off x="5185698" y="4199854"/>
              <a:ext cx="392820" cy="571504"/>
            </a:xfrm>
            <a:prstGeom prst="upArrow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2" name="28 Flecha arriba">
              <a:extLst>
                <a:ext uri="{FF2B5EF4-FFF2-40B4-BE49-F238E27FC236}">
                  <a16:creationId xmlns:a16="http://schemas.microsoft.com/office/drawing/2014/main" id="{0C00C60A-A1A6-92C4-7F4F-E3446B919E57}"/>
                </a:ext>
              </a:extLst>
            </p:cNvPr>
            <p:cNvSpPr/>
            <p:nvPr/>
          </p:nvSpPr>
          <p:spPr>
            <a:xfrm rot="7922419">
              <a:off x="5142652" y="5013789"/>
              <a:ext cx="392820" cy="571504"/>
            </a:xfrm>
            <a:prstGeom prst="upArrow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3" name="29 Flecha arriba">
              <a:extLst>
                <a:ext uri="{FF2B5EF4-FFF2-40B4-BE49-F238E27FC236}">
                  <a16:creationId xmlns:a16="http://schemas.microsoft.com/office/drawing/2014/main" id="{97D2160B-1B59-4822-7405-FFEF40470339}"/>
                </a:ext>
              </a:extLst>
            </p:cNvPr>
            <p:cNvSpPr/>
            <p:nvPr/>
          </p:nvSpPr>
          <p:spPr>
            <a:xfrm rot="10800000">
              <a:off x="4138059" y="5351012"/>
              <a:ext cx="392820" cy="571504"/>
            </a:xfrm>
            <a:prstGeom prst="upArrow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4" name="30 Flecha arriba">
              <a:extLst>
                <a:ext uri="{FF2B5EF4-FFF2-40B4-BE49-F238E27FC236}">
                  <a16:creationId xmlns:a16="http://schemas.microsoft.com/office/drawing/2014/main" id="{BAA8A48A-6556-E112-DC8B-BFE6978B68D2}"/>
                </a:ext>
              </a:extLst>
            </p:cNvPr>
            <p:cNvSpPr/>
            <p:nvPr/>
          </p:nvSpPr>
          <p:spPr>
            <a:xfrm rot="13243593">
              <a:off x="3249173" y="5052771"/>
              <a:ext cx="392820" cy="571504"/>
            </a:xfrm>
            <a:prstGeom prst="upArrow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5" name="31 Flecha arriba">
              <a:extLst>
                <a:ext uri="{FF2B5EF4-FFF2-40B4-BE49-F238E27FC236}">
                  <a16:creationId xmlns:a16="http://schemas.microsoft.com/office/drawing/2014/main" id="{E97B6C15-2DC5-D95E-FAC5-51D9EC0B6332}"/>
                </a:ext>
              </a:extLst>
            </p:cNvPr>
            <p:cNvSpPr/>
            <p:nvPr/>
          </p:nvSpPr>
          <p:spPr>
            <a:xfrm rot="16200000">
              <a:off x="2870077" y="4420229"/>
              <a:ext cx="392820" cy="571504"/>
            </a:xfrm>
            <a:prstGeom prst="upArrow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6" name="32 Flecha arriba">
              <a:extLst>
                <a:ext uri="{FF2B5EF4-FFF2-40B4-BE49-F238E27FC236}">
                  <a16:creationId xmlns:a16="http://schemas.microsoft.com/office/drawing/2014/main" id="{14207423-80F6-98C7-2248-2D9AF6654F8A}"/>
                </a:ext>
              </a:extLst>
            </p:cNvPr>
            <p:cNvSpPr/>
            <p:nvPr/>
          </p:nvSpPr>
          <p:spPr>
            <a:xfrm rot="18819029">
              <a:off x="3333261" y="3596139"/>
              <a:ext cx="392820" cy="571504"/>
            </a:xfrm>
            <a:prstGeom prst="upArrow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7" name="Rectángulo: esquinas diagonales redondeadas 46">
              <a:extLst>
                <a:ext uri="{FF2B5EF4-FFF2-40B4-BE49-F238E27FC236}">
                  <a16:creationId xmlns:a16="http://schemas.microsoft.com/office/drawing/2014/main" id="{ACC60B8C-4764-3004-0AC1-808C6C492543}"/>
                </a:ext>
              </a:extLst>
            </p:cNvPr>
            <p:cNvSpPr/>
            <p:nvPr/>
          </p:nvSpPr>
          <p:spPr>
            <a:xfrm>
              <a:off x="5117223" y="2839983"/>
              <a:ext cx="1381168" cy="648072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Regiones militares</a:t>
              </a:r>
            </a:p>
          </p:txBody>
        </p:sp>
        <p:sp>
          <p:nvSpPr>
            <p:cNvPr id="48" name="Rectángulo: esquinas diagonales redondeadas 47">
              <a:extLst>
                <a:ext uri="{FF2B5EF4-FFF2-40B4-BE49-F238E27FC236}">
                  <a16:creationId xmlns:a16="http://schemas.microsoft.com/office/drawing/2014/main" id="{7B6EBFB8-D211-4AB6-7D0F-B9032B2EE4E6}"/>
                </a:ext>
              </a:extLst>
            </p:cNvPr>
            <p:cNvSpPr/>
            <p:nvPr/>
          </p:nvSpPr>
          <p:spPr>
            <a:xfrm>
              <a:off x="5639260" y="4230806"/>
              <a:ext cx="1453175" cy="648072"/>
            </a:xfrm>
            <a:prstGeom prst="round2DiagRect">
              <a:avLst/>
            </a:prstGeom>
            <a:solidFill>
              <a:srgbClr val="B6E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Jefatura de frontera</a:t>
              </a:r>
            </a:p>
          </p:txBody>
        </p:sp>
        <p:sp>
          <p:nvSpPr>
            <p:cNvPr id="49" name="Rectángulo: esquinas diagonales redondeadas 48">
              <a:extLst>
                <a:ext uri="{FF2B5EF4-FFF2-40B4-BE49-F238E27FC236}">
                  <a16:creationId xmlns:a16="http://schemas.microsoft.com/office/drawing/2014/main" id="{82603AB1-DBAA-3827-8A44-B082BD3C32AD}"/>
                </a:ext>
              </a:extLst>
            </p:cNvPr>
            <p:cNvSpPr/>
            <p:nvPr/>
          </p:nvSpPr>
          <p:spPr>
            <a:xfrm>
              <a:off x="5574110" y="5529675"/>
              <a:ext cx="2598290" cy="648072"/>
            </a:xfrm>
            <a:prstGeom prst="round2DiagRect">
              <a:avLst/>
            </a:prstGeom>
            <a:solidFill>
              <a:srgbClr val="D3C2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Circunscripciones militares</a:t>
              </a:r>
            </a:p>
            <a:p>
              <a:pPr algn="ctr"/>
              <a:endParaRPr lang="es-ES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50" name="Rectángulo: esquinas diagonales redondeadas 49">
              <a:extLst>
                <a:ext uri="{FF2B5EF4-FFF2-40B4-BE49-F238E27FC236}">
                  <a16:creationId xmlns:a16="http://schemas.microsoft.com/office/drawing/2014/main" id="{1C4E4CC3-DD05-061D-14CD-DFEACBFAFD85}"/>
                </a:ext>
              </a:extLst>
            </p:cNvPr>
            <p:cNvSpPr/>
            <p:nvPr/>
          </p:nvSpPr>
          <p:spPr>
            <a:xfrm>
              <a:off x="3643181" y="5949280"/>
              <a:ext cx="1453175" cy="648072"/>
            </a:xfrm>
            <a:prstGeom prst="round2Diag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Distritos militares</a:t>
              </a:r>
            </a:p>
          </p:txBody>
        </p:sp>
        <p:sp>
          <p:nvSpPr>
            <p:cNvPr id="51" name="Rectángulo: esquinas diagonales redondeadas 50">
              <a:extLst>
                <a:ext uri="{FF2B5EF4-FFF2-40B4-BE49-F238E27FC236}">
                  <a16:creationId xmlns:a16="http://schemas.microsoft.com/office/drawing/2014/main" id="{05D99860-CCA4-046B-1B2E-7A29C8AD3391}"/>
                </a:ext>
              </a:extLst>
            </p:cNvPr>
            <p:cNvSpPr/>
            <p:nvPr/>
          </p:nvSpPr>
          <p:spPr>
            <a:xfrm>
              <a:off x="1512311" y="5643056"/>
              <a:ext cx="1674072" cy="648072"/>
            </a:xfrm>
            <a:prstGeom prst="round2Diag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Teatro de Operaciones</a:t>
              </a:r>
            </a:p>
          </p:txBody>
        </p:sp>
        <p:sp>
          <p:nvSpPr>
            <p:cNvPr id="52" name="Rectángulo: esquinas diagonales redondeadas 51">
              <a:extLst>
                <a:ext uri="{FF2B5EF4-FFF2-40B4-BE49-F238E27FC236}">
                  <a16:creationId xmlns:a16="http://schemas.microsoft.com/office/drawing/2014/main" id="{46E6D055-6193-07CA-8F03-BA793E3EC49B}"/>
                </a:ext>
              </a:extLst>
            </p:cNvPr>
            <p:cNvSpPr/>
            <p:nvPr/>
          </p:nvSpPr>
          <p:spPr>
            <a:xfrm>
              <a:off x="1117088" y="4444187"/>
              <a:ext cx="1674072" cy="648072"/>
            </a:xfrm>
            <a:prstGeom prst="round2DiagRect">
              <a:avLst/>
            </a:prstGeom>
            <a:solidFill>
              <a:srgbClr val="FF9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Zona de etapas</a:t>
              </a:r>
            </a:p>
          </p:txBody>
        </p:sp>
        <p:sp>
          <p:nvSpPr>
            <p:cNvPr id="53" name="Rectángulo: esquinas diagonales redondeadas 52">
              <a:extLst>
                <a:ext uri="{FF2B5EF4-FFF2-40B4-BE49-F238E27FC236}">
                  <a16:creationId xmlns:a16="http://schemas.microsoft.com/office/drawing/2014/main" id="{D630F4FA-FA9E-7A34-2EEF-B52F376B358B}"/>
                </a:ext>
              </a:extLst>
            </p:cNvPr>
            <p:cNvSpPr/>
            <p:nvPr/>
          </p:nvSpPr>
          <p:spPr>
            <a:xfrm>
              <a:off x="2129991" y="2952440"/>
              <a:ext cx="1453175" cy="648072"/>
            </a:xfrm>
            <a:prstGeom prst="round2Diag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Zona del Interior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47528" y="4576967"/>
            <a:ext cx="2808312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Regionalización obedece a los principios: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3431705" y="2180831"/>
            <a:ext cx="5476423" cy="45147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_tradnl" dirty="0">
                <a:solidFill>
                  <a:srgbClr val="0070C0"/>
                </a:solidFill>
                <a:latin typeface="Bahnschrift SemiBold" panose="020B0502040204020203" pitchFamily="34" charset="0"/>
              </a:rPr>
              <a:t>1991 se establece Organización territorial militar </a:t>
            </a:r>
          </a:p>
        </p:txBody>
      </p:sp>
      <p:sp>
        <p:nvSpPr>
          <p:cNvPr id="8" name="7 Elipse"/>
          <p:cNvSpPr/>
          <p:nvPr/>
        </p:nvSpPr>
        <p:spPr>
          <a:xfrm>
            <a:off x="3025768" y="3035915"/>
            <a:ext cx="2106861" cy="590176"/>
          </a:xfrm>
          <a:prstGeom prst="snip1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dirty="0">
                <a:solidFill>
                  <a:srgbClr val="0070C0"/>
                </a:solidFill>
                <a:latin typeface="Bahnschrift SemiBold" panose="020B0502040204020203" pitchFamily="34" charset="0"/>
              </a:rPr>
              <a:t>Áreas estratégicas</a:t>
            </a:r>
            <a:endParaRPr lang="es-E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8 Elipse"/>
          <p:cNvSpPr/>
          <p:nvPr/>
        </p:nvSpPr>
        <p:spPr>
          <a:xfrm>
            <a:off x="6524628" y="2968056"/>
            <a:ext cx="2321176" cy="604960"/>
          </a:xfrm>
          <a:prstGeom prst="snip1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dirty="0">
                <a:solidFill>
                  <a:srgbClr val="0070C0"/>
                </a:solidFill>
                <a:latin typeface="Bahnschrift SemiBold" panose="020B0502040204020203" pitchFamily="34" charset="0"/>
              </a:rPr>
              <a:t>Teatros de operaciones</a:t>
            </a:r>
            <a:endParaRPr lang="es-E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5132629" y="5537894"/>
            <a:ext cx="2788555" cy="45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Soberanía e integración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8269170" y="4858116"/>
            <a:ext cx="1277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NACIONAL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1847528" y="1224730"/>
            <a:ext cx="2874690" cy="780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Hasta finales de la guerra del chaco: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4978072" y="1005407"/>
            <a:ext cx="4934352" cy="780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Solo se atendía el área estratégica del Pacifico.</a:t>
            </a:r>
          </a:p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En el olvido los valles y el oriente .</a:t>
            </a:r>
          </a:p>
        </p:txBody>
      </p:sp>
      <p:sp>
        <p:nvSpPr>
          <p:cNvPr id="2" name="Placa 1">
            <a:extLst>
              <a:ext uri="{FF2B5EF4-FFF2-40B4-BE49-F238E27FC236}">
                <a16:creationId xmlns:a16="http://schemas.microsoft.com/office/drawing/2014/main" id="{507FFCA3-64B3-D18F-2B00-FE161E72062A}"/>
              </a:ext>
            </a:extLst>
          </p:cNvPr>
          <p:cNvSpPr/>
          <p:nvPr/>
        </p:nvSpPr>
        <p:spPr>
          <a:xfrm>
            <a:off x="1631504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FACTORES QUE DETERMINARON LA ORGANIZACIÓN TERRITORIAL</a:t>
            </a:r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05180511-7168-0A89-0E4C-A363F7A085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5921" y="2890071"/>
          <a:ext cx="936104" cy="568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" r:id="rId2" imgW="8022590" imgH="4878070" progId="MS_ClipArt_Gallery.2">
                  <p:embed/>
                </p:oleObj>
              </mc:Choice>
              <mc:Fallback>
                <p:oleObj name="Imagen" r:id="rId2" imgW="8022590" imgH="4878070" progId="MS_ClipArt_Gallery.2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05180511-7168-0A89-0E4C-A363F7A085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21" y="2890071"/>
                        <a:ext cx="936104" cy="568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9" descr="Imagen relacionada">
            <a:extLst>
              <a:ext uri="{FF2B5EF4-FFF2-40B4-BE49-F238E27FC236}">
                <a16:creationId xmlns:a16="http://schemas.microsoft.com/office/drawing/2014/main" id="{E2177FB2-8322-38E5-EE09-BA4FA0595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655668" y="4546628"/>
            <a:ext cx="111601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4DE46D4-49FB-CA9D-F8CD-CC9D0DD784CF}"/>
              </a:ext>
            </a:extLst>
          </p:cNvPr>
          <p:cNvSpPr txBox="1"/>
          <p:nvPr/>
        </p:nvSpPr>
        <p:spPr>
          <a:xfrm>
            <a:off x="4983866" y="3972230"/>
            <a:ext cx="1540763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Seguridad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E2D1791-AEC4-427C-F1AD-CA3EC4E9AEE2}"/>
              </a:ext>
            </a:extLst>
          </p:cNvPr>
          <p:cNvSpPr txBox="1"/>
          <p:nvPr/>
        </p:nvSpPr>
        <p:spPr>
          <a:xfrm>
            <a:off x="5591944" y="4822914"/>
            <a:ext cx="1656184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Desarrollo</a:t>
            </a:r>
          </a:p>
        </p:txBody>
      </p:sp>
      <p:graphicFrame>
        <p:nvGraphicFramePr>
          <p:cNvPr id="19" name="Object 20">
            <a:extLst>
              <a:ext uri="{FF2B5EF4-FFF2-40B4-BE49-F238E27FC236}">
                <a16:creationId xmlns:a16="http://schemas.microsoft.com/office/drawing/2014/main" id="{4C9F0936-BB46-B033-DC42-330F9745C7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69437"/>
              </p:ext>
            </p:extLst>
          </p:nvPr>
        </p:nvGraphicFramePr>
        <p:xfrm>
          <a:off x="7614002" y="4797760"/>
          <a:ext cx="6143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" r:id="rId5" imgW="6273800" imgH="6010910" progId="MS_ClipArt_Gallery.2">
                  <p:embed/>
                </p:oleObj>
              </mc:Choice>
              <mc:Fallback>
                <p:oleObj name="Imagen" r:id="rId5" imgW="6273800" imgH="6010910" progId="MS_ClipArt_Gallery.2">
                  <p:embed/>
                  <p:pic>
                    <p:nvPicPr>
                      <p:cNvPr id="19" name="Object 20">
                        <a:extLst>
                          <a:ext uri="{FF2B5EF4-FFF2-40B4-BE49-F238E27FC236}">
                            <a16:creationId xmlns:a16="http://schemas.microsoft.com/office/drawing/2014/main" id="{4C9F0936-BB46-B033-DC42-330F9745C7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4002" y="4797760"/>
                        <a:ext cx="614363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75C40-D427-1B12-E5D5-EB8753D43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a 3">
            <a:extLst>
              <a:ext uri="{FF2B5EF4-FFF2-40B4-BE49-F238E27FC236}">
                <a16:creationId xmlns:a16="http://schemas.microsoft.com/office/drawing/2014/main" id="{DBEEE943-180B-0212-D728-06A66B46A3C7}"/>
              </a:ext>
            </a:extLst>
          </p:cNvPr>
          <p:cNvSpPr/>
          <p:nvPr/>
        </p:nvSpPr>
        <p:spPr>
          <a:xfrm>
            <a:off x="1703512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DEFINICIÓN DE ORGANIZACIÓN  TERRITORIAL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FB87AC7-31EB-3873-AB38-5B43B4B1B252}"/>
              </a:ext>
            </a:extLst>
          </p:cNvPr>
          <p:cNvSpPr txBox="1"/>
          <p:nvPr/>
        </p:nvSpPr>
        <p:spPr>
          <a:xfrm>
            <a:off x="3359696" y="899263"/>
            <a:ext cx="4937048" cy="45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Desde el punto de vista de la defensa nacional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DBF3833-493F-DB18-4A05-2BED52DA6789}"/>
              </a:ext>
            </a:extLst>
          </p:cNvPr>
          <p:cNvSpPr txBox="1"/>
          <p:nvPr/>
        </p:nvSpPr>
        <p:spPr>
          <a:xfrm>
            <a:off x="1919535" y="2003418"/>
            <a:ext cx="8136904" cy="45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Para exigencias  de los estados jurídicos de guerra y/o conmoción interna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595BFA-ABC7-D663-8DBF-F8E915A3B5C3}"/>
              </a:ext>
            </a:extLst>
          </p:cNvPr>
          <p:cNvSpPr txBox="1"/>
          <p:nvPr/>
        </p:nvSpPr>
        <p:spPr>
          <a:xfrm>
            <a:off x="1919535" y="1412776"/>
            <a:ext cx="7560840" cy="45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Es la forma en la que se divide el territorio, sea nacional o no.</a:t>
            </a:r>
          </a:p>
        </p:txBody>
      </p:sp>
      <p:sp>
        <p:nvSpPr>
          <p:cNvPr id="10" name="18 CuadroTexto">
            <a:extLst>
              <a:ext uri="{FF2B5EF4-FFF2-40B4-BE49-F238E27FC236}">
                <a16:creationId xmlns:a16="http://schemas.microsoft.com/office/drawing/2014/main" id="{74D054B4-7727-16FA-FE6A-F12E1CA829A8}"/>
              </a:ext>
            </a:extLst>
          </p:cNvPr>
          <p:cNvSpPr txBox="1"/>
          <p:nvPr/>
        </p:nvSpPr>
        <p:spPr>
          <a:xfrm>
            <a:off x="3287689" y="2548948"/>
            <a:ext cx="488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  <a:latin typeface="Bahnschrift SemiBold" panose="020B0502040204020203" pitchFamily="34" charset="0"/>
              </a:rPr>
              <a:t>Factores políticos, económicos y sociales</a:t>
            </a:r>
            <a:endParaRPr lang="es-ES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1" name="2 CuadroTexto">
            <a:extLst>
              <a:ext uri="{FF2B5EF4-FFF2-40B4-BE49-F238E27FC236}">
                <a16:creationId xmlns:a16="http://schemas.microsoft.com/office/drawing/2014/main" id="{7E8BCAAC-DB0B-5F66-EB17-6816D0777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808" y="3197344"/>
            <a:ext cx="5643567" cy="866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Mayor control y ejercicio del poder cuando el país esta regionalizado por áreas</a:t>
            </a:r>
          </a:p>
        </p:txBody>
      </p:sp>
      <p:sp>
        <p:nvSpPr>
          <p:cNvPr id="17" name="23 Flecha derecha">
            <a:extLst>
              <a:ext uri="{FF2B5EF4-FFF2-40B4-BE49-F238E27FC236}">
                <a16:creationId xmlns:a16="http://schemas.microsoft.com/office/drawing/2014/main" id="{FB2F87CF-FF5F-91D1-F0D3-5FF8EDFD7893}"/>
              </a:ext>
            </a:extLst>
          </p:cNvPr>
          <p:cNvSpPr/>
          <p:nvPr/>
        </p:nvSpPr>
        <p:spPr>
          <a:xfrm>
            <a:off x="3744990" y="3416515"/>
            <a:ext cx="357188" cy="428625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s-ES" dirty="0">
              <a:latin typeface="Bahnschrift SemiBold" panose="020B0502040204020203" pitchFamily="34" charset="0"/>
            </a:endParaRPr>
          </a:p>
        </p:txBody>
      </p:sp>
      <p:sp>
        <p:nvSpPr>
          <p:cNvPr id="19" name="5 CuadroTexto">
            <a:extLst>
              <a:ext uri="{FF2B5EF4-FFF2-40B4-BE49-F238E27FC236}">
                <a16:creationId xmlns:a16="http://schemas.microsoft.com/office/drawing/2014/main" id="{FA588239-6A3E-C8FD-6441-6D1AD735F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3294" y="4274591"/>
            <a:ext cx="5715005" cy="866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RR. NN. En la periferia del país obliga a la organización de puestos fronterizos.</a:t>
            </a:r>
          </a:p>
        </p:txBody>
      </p:sp>
      <p:sp>
        <p:nvSpPr>
          <p:cNvPr id="21" name="28 Flecha derecha">
            <a:extLst>
              <a:ext uri="{FF2B5EF4-FFF2-40B4-BE49-F238E27FC236}">
                <a16:creationId xmlns:a16="http://schemas.microsoft.com/office/drawing/2014/main" id="{1E5B396D-7969-BDEE-FC94-906C36F3D92C}"/>
              </a:ext>
            </a:extLst>
          </p:cNvPr>
          <p:cNvSpPr/>
          <p:nvPr/>
        </p:nvSpPr>
        <p:spPr>
          <a:xfrm>
            <a:off x="3824591" y="4471213"/>
            <a:ext cx="357188" cy="428625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s-ES" dirty="0">
              <a:latin typeface="Bahnschrift SemiBold" panose="020B0502040204020203" pitchFamily="34" charset="0"/>
            </a:endParaRPr>
          </a:p>
        </p:txBody>
      </p:sp>
      <p:sp>
        <p:nvSpPr>
          <p:cNvPr id="25" name="8 CuadroTexto">
            <a:extLst>
              <a:ext uri="{FF2B5EF4-FFF2-40B4-BE49-F238E27FC236}">
                <a16:creationId xmlns:a16="http://schemas.microsoft.com/office/drawing/2014/main" id="{20946777-BA19-EFCB-E2A3-304B8F133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788" y="5501854"/>
            <a:ext cx="3200425" cy="87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Mayor integración.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Unidad nacional.</a:t>
            </a:r>
          </a:p>
        </p:txBody>
      </p:sp>
      <p:sp>
        <p:nvSpPr>
          <p:cNvPr id="26" name="31 Flecha derecha">
            <a:extLst>
              <a:ext uri="{FF2B5EF4-FFF2-40B4-BE49-F238E27FC236}">
                <a16:creationId xmlns:a16="http://schemas.microsoft.com/office/drawing/2014/main" id="{43610A50-F27A-9E6D-734C-E4B47688A999}"/>
              </a:ext>
            </a:extLst>
          </p:cNvPr>
          <p:cNvSpPr/>
          <p:nvPr/>
        </p:nvSpPr>
        <p:spPr>
          <a:xfrm>
            <a:off x="3793701" y="5727278"/>
            <a:ext cx="357187" cy="428625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s-ES" dirty="0">
              <a:latin typeface="Bahnschrift SemiBold" panose="020B0502040204020203" pitchFamily="34" charset="0"/>
            </a:endParaRPr>
          </a:p>
        </p:txBody>
      </p:sp>
      <p:sp>
        <p:nvSpPr>
          <p:cNvPr id="27" name="32 CuadroTexto">
            <a:extLst>
              <a:ext uri="{FF2B5EF4-FFF2-40B4-BE49-F238E27FC236}">
                <a16:creationId xmlns:a16="http://schemas.microsoft.com/office/drawing/2014/main" id="{9546B4B2-3406-E0C3-E510-7E2621A920E9}"/>
              </a:ext>
            </a:extLst>
          </p:cNvPr>
          <p:cNvSpPr txBox="1"/>
          <p:nvPr/>
        </p:nvSpPr>
        <p:spPr>
          <a:xfrm>
            <a:off x="2279576" y="3437626"/>
            <a:ext cx="1222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Factor  político</a:t>
            </a:r>
          </a:p>
        </p:txBody>
      </p:sp>
      <p:sp>
        <p:nvSpPr>
          <p:cNvPr id="28" name="34 CuadroTexto">
            <a:extLst>
              <a:ext uri="{FF2B5EF4-FFF2-40B4-BE49-F238E27FC236}">
                <a16:creationId xmlns:a16="http://schemas.microsoft.com/office/drawing/2014/main" id="{1E6060E4-280A-AA1C-2625-4B444C54A2CE}"/>
              </a:ext>
            </a:extLst>
          </p:cNvPr>
          <p:cNvSpPr txBox="1"/>
          <p:nvPr/>
        </p:nvSpPr>
        <p:spPr>
          <a:xfrm>
            <a:off x="2279575" y="5694132"/>
            <a:ext cx="1359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s-ES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Factor  social</a:t>
            </a:r>
          </a:p>
        </p:txBody>
      </p:sp>
      <p:sp>
        <p:nvSpPr>
          <p:cNvPr id="29" name="33 CuadroTexto">
            <a:extLst>
              <a:ext uri="{FF2B5EF4-FFF2-40B4-BE49-F238E27FC236}">
                <a16:creationId xmlns:a16="http://schemas.microsoft.com/office/drawing/2014/main" id="{0B962760-DBAB-1801-5932-8C689CCCF5B4}"/>
              </a:ext>
            </a:extLst>
          </p:cNvPr>
          <p:cNvSpPr txBox="1"/>
          <p:nvPr/>
        </p:nvSpPr>
        <p:spPr>
          <a:xfrm>
            <a:off x="2134066" y="4362359"/>
            <a:ext cx="1438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s-ES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Factor  económico</a:t>
            </a:r>
          </a:p>
        </p:txBody>
      </p:sp>
    </p:spTree>
    <p:extLst>
      <p:ext uri="{BB962C8B-B14F-4D97-AF65-F5344CB8AC3E}">
        <p14:creationId xmlns:p14="http://schemas.microsoft.com/office/powerpoint/2010/main" val="443009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80C90-5B95-9A6B-C423-BC8D8BFF1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A9E7282-E74F-2FD6-12BA-4DD1F5CEBC87}"/>
              </a:ext>
            </a:extLst>
          </p:cNvPr>
          <p:cNvSpPr txBox="1"/>
          <p:nvPr/>
        </p:nvSpPr>
        <p:spPr>
          <a:xfrm>
            <a:off x="6240016" y="1556793"/>
            <a:ext cx="3636404" cy="22582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MILITAR OPERATIVA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Áreas estratégicas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Teatros de guerra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Teatro de operaciones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Zona de operaciones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Zona del interior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437939-DA79-7B9E-97A0-243DEF3A11FA}"/>
              </a:ext>
            </a:extLst>
          </p:cNvPr>
          <p:cNvSpPr txBox="1"/>
          <p:nvPr/>
        </p:nvSpPr>
        <p:spPr>
          <a:xfrm>
            <a:off x="1991544" y="1701575"/>
            <a:ext cx="3636404" cy="21134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ADMINISTRATIVA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Regiones militares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Distritos militares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Jefaturas Militares de frontera</a:t>
            </a:r>
          </a:p>
        </p:txBody>
      </p:sp>
      <p:sp>
        <p:nvSpPr>
          <p:cNvPr id="8" name="Placa 7">
            <a:extLst>
              <a:ext uri="{FF2B5EF4-FFF2-40B4-BE49-F238E27FC236}">
                <a16:creationId xmlns:a16="http://schemas.microsoft.com/office/drawing/2014/main" id="{2C232383-13D6-81C6-1D52-039FCE774956}"/>
              </a:ext>
            </a:extLst>
          </p:cNvPr>
          <p:cNvSpPr/>
          <p:nvPr/>
        </p:nvSpPr>
        <p:spPr>
          <a:xfrm>
            <a:off x="1524000" y="44624"/>
            <a:ext cx="9036496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FORMAS DE ORGANIZACIÓN  TERRITORIAL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05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6 CuadroTexto"/>
          <p:cNvSpPr txBox="1">
            <a:spLocks noChangeArrowheads="1"/>
          </p:cNvSpPr>
          <p:nvPr/>
        </p:nvSpPr>
        <p:spPr bwMode="auto">
          <a:xfrm>
            <a:off x="1952596" y="2214555"/>
            <a:ext cx="356734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Para el desarrollo de las actividades</a:t>
            </a:r>
          </a:p>
        </p:txBody>
      </p:sp>
      <p:sp>
        <p:nvSpPr>
          <p:cNvPr id="15" name="14 Flecha izquierda"/>
          <p:cNvSpPr/>
          <p:nvPr/>
        </p:nvSpPr>
        <p:spPr>
          <a:xfrm>
            <a:off x="5738812" y="2179035"/>
            <a:ext cx="1500198" cy="714380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Sirven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4759824" y="1123959"/>
            <a:ext cx="3357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Tomando en cuenta su aspecto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7739074" y="1713210"/>
            <a:ext cx="2524840" cy="169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Económico</a:t>
            </a:r>
          </a:p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Recursos</a:t>
            </a:r>
          </a:p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Posibilidades</a:t>
            </a:r>
          </a:p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Posición estratégica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2488381" y="3411174"/>
            <a:ext cx="1714512" cy="2113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Económicas</a:t>
            </a:r>
          </a:p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Políticas</a:t>
            </a:r>
          </a:p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Sociales</a:t>
            </a:r>
          </a:p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Industriales </a:t>
            </a:r>
          </a:p>
          <a:p>
            <a:pPr marL="265113" indent="-265113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W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Militares</a:t>
            </a:r>
          </a:p>
        </p:txBody>
      </p:sp>
      <p:sp>
        <p:nvSpPr>
          <p:cNvPr id="23" name="22 Flecha abajo"/>
          <p:cNvSpPr/>
          <p:nvPr/>
        </p:nvSpPr>
        <p:spPr>
          <a:xfrm>
            <a:off x="3143672" y="2947385"/>
            <a:ext cx="714380" cy="285752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5" name="24 Flecha derecha"/>
          <p:cNvSpPr/>
          <p:nvPr/>
        </p:nvSpPr>
        <p:spPr>
          <a:xfrm>
            <a:off x="4310050" y="4016776"/>
            <a:ext cx="2000264" cy="92869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Que coadyuven </a:t>
            </a:r>
            <a:endParaRPr lang="es-E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6" name="25 Rectángulo"/>
          <p:cNvSpPr/>
          <p:nvPr/>
        </p:nvSpPr>
        <p:spPr>
          <a:xfrm>
            <a:off x="6524628" y="3987234"/>
            <a:ext cx="3571900" cy="866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Fortalecimiento del potencial nacional</a:t>
            </a:r>
            <a:endParaRPr lang="es-E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7" name="26 Rectángulo"/>
          <p:cNvSpPr/>
          <p:nvPr/>
        </p:nvSpPr>
        <p:spPr>
          <a:xfrm>
            <a:off x="3667108" y="5643578"/>
            <a:ext cx="507209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Preservando la propia seguridad</a:t>
            </a:r>
            <a:endParaRPr lang="es-E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" name="Placa 3">
            <a:extLst>
              <a:ext uri="{FF2B5EF4-FFF2-40B4-BE49-F238E27FC236}">
                <a16:creationId xmlns:a16="http://schemas.microsoft.com/office/drawing/2014/main" id="{EACA9E84-E721-F46A-EDA3-1096BA5C6F75}"/>
              </a:ext>
            </a:extLst>
          </p:cNvPr>
          <p:cNvSpPr/>
          <p:nvPr/>
        </p:nvSpPr>
        <p:spPr>
          <a:xfrm>
            <a:off x="1631504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AREA ESTRATEGICA</a:t>
            </a:r>
          </a:p>
        </p:txBody>
      </p:sp>
      <p:sp>
        <p:nvSpPr>
          <p:cNvPr id="5" name="Globo: flecha derecha 4">
            <a:extLst>
              <a:ext uri="{FF2B5EF4-FFF2-40B4-BE49-F238E27FC236}">
                <a16:creationId xmlns:a16="http://schemas.microsoft.com/office/drawing/2014/main" id="{CE778AB5-A51F-9307-54B8-61B1790EE928}"/>
              </a:ext>
            </a:extLst>
          </p:cNvPr>
          <p:cNvSpPr/>
          <p:nvPr/>
        </p:nvSpPr>
        <p:spPr>
          <a:xfrm>
            <a:off x="2738414" y="1010208"/>
            <a:ext cx="1989434" cy="720080"/>
          </a:xfrm>
          <a:prstGeom prst="rightArrowCallout">
            <a:avLst>
              <a:gd name="adj1" fmla="val 25000"/>
              <a:gd name="adj2" fmla="val 25000"/>
              <a:gd name="adj3" fmla="val 43810"/>
              <a:gd name="adj4" fmla="val 86555"/>
            </a:avLst>
          </a:prstGeom>
          <a:solidFill>
            <a:srgbClr val="FFE2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Espacio en el cual</a:t>
            </a:r>
          </a:p>
        </p:txBody>
      </p:sp>
      <p:sp>
        <p:nvSpPr>
          <p:cNvPr id="8" name="Flecha: doblada 7">
            <a:extLst>
              <a:ext uri="{FF2B5EF4-FFF2-40B4-BE49-F238E27FC236}">
                <a16:creationId xmlns:a16="http://schemas.microsoft.com/office/drawing/2014/main" id="{7521706F-84DC-4FA4-265D-525A8EEF1669}"/>
              </a:ext>
            </a:extLst>
          </p:cNvPr>
          <p:cNvSpPr/>
          <p:nvPr/>
        </p:nvSpPr>
        <p:spPr>
          <a:xfrm rot="10800000">
            <a:off x="8846054" y="4653136"/>
            <a:ext cx="521726" cy="1287584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>
              <a:solidFill>
                <a:schemeClr val="tx1"/>
              </a:solidFill>
            </a:endParaRPr>
          </a:p>
        </p:txBody>
      </p:sp>
      <p:sp>
        <p:nvSpPr>
          <p:cNvPr id="9" name="Flecha: doblada 8">
            <a:extLst>
              <a:ext uri="{FF2B5EF4-FFF2-40B4-BE49-F238E27FC236}">
                <a16:creationId xmlns:a16="http://schemas.microsoft.com/office/drawing/2014/main" id="{A7302C27-A3F9-BDED-E91D-23C352288E05}"/>
              </a:ext>
            </a:extLst>
          </p:cNvPr>
          <p:cNvSpPr/>
          <p:nvPr/>
        </p:nvSpPr>
        <p:spPr>
          <a:xfrm rot="5400000">
            <a:off x="8132517" y="1197491"/>
            <a:ext cx="634235" cy="635020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4995864" y="3011489"/>
            <a:ext cx="1404937" cy="1450975"/>
          </a:xfrm>
          <a:custGeom>
            <a:avLst/>
            <a:gdLst/>
            <a:ahLst/>
            <a:cxnLst>
              <a:cxn ang="0">
                <a:pos x="48" y="8"/>
              </a:cxn>
              <a:cxn ang="0">
                <a:pos x="89" y="15"/>
              </a:cxn>
              <a:cxn ang="0">
                <a:pos x="190" y="161"/>
              </a:cxn>
              <a:cxn ang="0">
                <a:pos x="292" y="211"/>
              </a:cxn>
              <a:cxn ang="0">
                <a:pos x="393" y="205"/>
              </a:cxn>
              <a:cxn ang="0">
                <a:pos x="440" y="154"/>
              </a:cxn>
              <a:cxn ang="0">
                <a:pos x="481" y="97"/>
              </a:cxn>
              <a:cxn ang="0">
                <a:pos x="494" y="59"/>
              </a:cxn>
              <a:cxn ang="0">
                <a:pos x="501" y="40"/>
              </a:cxn>
              <a:cxn ang="0">
                <a:pos x="663" y="59"/>
              </a:cxn>
              <a:cxn ang="0">
                <a:pos x="697" y="230"/>
              </a:cxn>
              <a:cxn ang="0">
                <a:pos x="670" y="300"/>
              </a:cxn>
              <a:cxn ang="0">
                <a:pos x="670" y="363"/>
              </a:cxn>
              <a:cxn ang="0">
                <a:pos x="711" y="376"/>
              </a:cxn>
              <a:cxn ang="0">
                <a:pos x="724" y="395"/>
              </a:cxn>
              <a:cxn ang="0">
                <a:pos x="744" y="408"/>
              </a:cxn>
              <a:cxn ang="0">
                <a:pos x="785" y="452"/>
              </a:cxn>
              <a:cxn ang="0">
                <a:pos x="798" y="471"/>
              </a:cxn>
              <a:cxn ang="0">
                <a:pos x="819" y="484"/>
              </a:cxn>
              <a:cxn ang="0">
                <a:pos x="789" y="534"/>
              </a:cxn>
              <a:cxn ang="0">
                <a:pos x="819" y="516"/>
              </a:cxn>
              <a:cxn ang="0">
                <a:pos x="765" y="540"/>
              </a:cxn>
              <a:cxn ang="0">
                <a:pos x="738" y="604"/>
              </a:cxn>
              <a:cxn ang="0">
                <a:pos x="697" y="629"/>
              </a:cxn>
              <a:cxn ang="0">
                <a:pos x="738" y="718"/>
              </a:cxn>
              <a:cxn ang="0">
                <a:pos x="805" y="813"/>
              </a:cxn>
              <a:cxn ang="0">
                <a:pos x="798" y="876"/>
              </a:cxn>
              <a:cxn ang="0">
                <a:pos x="758" y="851"/>
              </a:cxn>
              <a:cxn ang="0">
                <a:pos x="670" y="813"/>
              </a:cxn>
              <a:cxn ang="0">
                <a:pos x="623" y="819"/>
              </a:cxn>
              <a:cxn ang="0">
                <a:pos x="616" y="838"/>
              </a:cxn>
              <a:cxn ang="0">
                <a:pos x="582" y="864"/>
              </a:cxn>
              <a:cxn ang="0">
                <a:pos x="521" y="851"/>
              </a:cxn>
              <a:cxn ang="0">
                <a:pos x="430" y="729"/>
              </a:cxn>
              <a:cxn ang="0">
                <a:pos x="400" y="693"/>
              </a:cxn>
              <a:cxn ang="0">
                <a:pos x="359" y="674"/>
              </a:cxn>
              <a:cxn ang="0">
                <a:pos x="336" y="642"/>
              </a:cxn>
              <a:cxn ang="0">
                <a:pos x="298" y="623"/>
              </a:cxn>
              <a:cxn ang="0">
                <a:pos x="238" y="629"/>
              </a:cxn>
              <a:cxn ang="0">
                <a:pos x="224" y="648"/>
              </a:cxn>
              <a:cxn ang="0">
                <a:pos x="157" y="667"/>
              </a:cxn>
              <a:cxn ang="0">
                <a:pos x="102" y="705"/>
              </a:cxn>
              <a:cxn ang="0">
                <a:pos x="62" y="731"/>
              </a:cxn>
              <a:cxn ang="0">
                <a:pos x="28" y="610"/>
              </a:cxn>
              <a:cxn ang="0">
                <a:pos x="1" y="553"/>
              </a:cxn>
              <a:cxn ang="0">
                <a:pos x="28" y="496"/>
              </a:cxn>
              <a:cxn ang="0">
                <a:pos x="1" y="439"/>
              </a:cxn>
              <a:cxn ang="0">
                <a:pos x="42" y="325"/>
              </a:cxn>
              <a:cxn ang="0">
                <a:pos x="48" y="180"/>
              </a:cxn>
              <a:cxn ang="0">
                <a:pos x="35" y="161"/>
              </a:cxn>
              <a:cxn ang="0">
                <a:pos x="21" y="122"/>
              </a:cxn>
              <a:cxn ang="0">
                <a:pos x="15" y="103"/>
              </a:cxn>
              <a:cxn ang="0">
                <a:pos x="21" y="21"/>
              </a:cxn>
              <a:cxn ang="0">
                <a:pos x="96" y="27"/>
              </a:cxn>
              <a:cxn ang="0">
                <a:pos x="102" y="46"/>
              </a:cxn>
            </a:cxnLst>
            <a:rect l="0" t="0" r="r" b="b"/>
            <a:pathLst>
              <a:path w="823" h="886">
                <a:moveTo>
                  <a:pt x="48" y="8"/>
                </a:moveTo>
                <a:cubicBezTo>
                  <a:pt x="62" y="11"/>
                  <a:pt x="78" y="7"/>
                  <a:pt x="89" y="15"/>
                </a:cubicBezTo>
                <a:cubicBezTo>
                  <a:pt x="140" y="49"/>
                  <a:pt x="128" y="121"/>
                  <a:pt x="190" y="161"/>
                </a:cubicBezTo>
                <a:cubicBezTo>
                  <a:pt x="215" y="195"/>
                  <a:pt x="251" y="202"/>
                  <a:pt x="292" y="211"/>
                </a:cubicBezTo>
                <a:cubicBezTo>
                  <a:pt x="325" y="209"/>
                  <a:pt x="361" y="215"/>
                  <a:pt x="393" y="205"/>
                </a:cubicBezTo>
                <a:cubicBezTo>
                  <a:pt x="416" y="197"/>
                  <a:pt x="420" y="167"/>
                  <a:pt x="440" y="154"/>
                </a:cubicBezTo>
                <a:cubicBezTo>
                  <a:pt x="447" y="145"/>
                  <a:pt x="471" y="112"/>
                  <a:pt x="481" y="97"/>
                </a:cubicBezTo>
                <a:cubicBezTo>
                  <a:pt x="489" y="86"/>
                  <a:pt x="490" y="72"/>
                  <a:pt x="494" y="59"/>
                </a:cubicBezTo>
                <a:cubicBezTo>
                  <a:pt x="497" y="53"/>
                  <a:pt x="501" y="40"/>
                  <a:pt x="501" y="40"/>
                </a:cubicBezTo>
                <a:cubicBezTo>
                  <a:pt x="562" y="44"/>
                  <a:pt x="605" y="53"/>
                  <a:pt x="663" y="59"/>
                </a:cubicBezTo>
                <a:cubicBezTo>
                  <a:pt x="700" y="112"/>
                  <a:pt x="677" y="172"/>
                  <a:pt x="697" y="230"/>
                </a:cubicBezTo>
                <a:cubicBezTo>
                  <a:pt x="691" y="259"/>
                  <a:pt x="687" y="276"/>
                  <a:pt x="670" y="300"/>
                </a:cubicBezTo>
                <a:cubicBezTo>
                  <a:pt x="667" y="321"/>
                  <a:pt x="652" y="351"/>
                  <a:pt x="670" y="363"/>
                </a:cubicBezTo>
                <a:cubicBezTo>
                  <a:pt x="681" y="371"/>
                  <a:pt x="711" y="376"/>
                  <a:pt x="711" y="376"/>
                </a:cubicBezTo>
                <a:cubicBezTo>
                  <a:pt x="715" y="382"/>
                  <a:pt x="718" y="390"/>
                  <a:pt x="724" y="395"/>
                </a:cubicBezTo>
                <a:cubicBezTo>
                  <a:pt x="730" y="400"/>
                  <a:pt x="739" y="401"/>
                  <a:pt x="744" y="408"/>
                </a:cubicBezTo>
                <a:cubicBezTo>
                  <a:pt x="763" y="430"/>
                  <a:pt x="745" y="439"/>
                  <a:pt x="785" y="452"/>
                </a:cubicBezTo>
                <a:cubicBezTo>
                  <a:pt x="789" y="458"/>
                  <a:pt x="793" y="466"/>
                  <a:pt x="798" y="471"/>
                </a:cubicBezTo>
                <a:cubicBezTo>
                  <a:pt x="804" y="476"/>
                  <a:pt x="816" y="476"/>
                  <a:pt x="819" y="484"/>
                </a:cubicBezTo>
                <a:cubicBezTo>
                  <a:pt x="820" y="492"/>
                  <a:pt x="792" y="528"/>
                  <a:pt x="789" y="534"/>
                </a:cubicBezTo>
                <a:cubicBezTo>
                  <a:pt x="789" y="539"/>
                  <a:pt x="823" y="515"/>
                  <a:pt x="819" y="516"/>
                </a:cubicBezTo>
                <a:cubicBezTo>
                  <a:pt x="815" y="517"/>
                  <a:pt x="778" y="525"/>
                  <a:pt x="765" y="540"/>
                </a:cubicBezTo>
                <a:cubicBezTo>
                  <a:pt x="756" y="591"/>
                  <a:pt x="756" y="553"/>
                  <a:pt x="738" y="604"/>
                </a:cubicBezTo>
                <a:cubicBezTo>
                  <a:pt x="732" y="619"/>
                  <a:pt x="697" y="629"/>
                  <a:pt x="697" y="629"/>
                </a:cubicBezTo>
                <a:cubicBezTo>
                  <a:pt x="703" y="680"/>
                  <a:pt x="697" y="693"/>
                  <a:pt x="738" y="718"/>
                </a:cubicBezTo>
                <a:cubicBezTo>
                  <a:pt x="761" y="751"/>
                  <a:pt x="792" y="775"/>
                  <a:pt x="805" y="813"/>
                </a:cubicBezTo>
                <a:cubicBezTo>
                  <a:pt x="803" y="834"/>
                  <a:pt x="815" y="863"/>
                  <a:pt x="798" y="876"/>
                </a:cubicBezTo>
                <a:cubicBezTo>
                  <a:pt x="786" y="886"/>
                  <a:pt x="758" y="851"/>
                  <a:pt x="758" y="851"/>
                </a:cubicBezTo>
                <a:cubicBezTo>
                  <a:pt x="736" y="822"/>
                  <a:pt x="705" y="819"/>
                  <a:pt x="670" y="813"/>
                </a:cubicBezTo>
                <a:cubicBezTo>
                  <a:pt x="654" y="815"/>
                  <a:pt x="637" y="813"/>
                  <a:pt x="623" y="819"/>
                </a:cubicBezTo>
                <a:cubicBezTo>
                  <a:pt x="616" y="823"/>
                  <a:pt x="619" y="832"/>
                  <a:pt x="616" y="838"/>
                </a:cubicBezTo>
                <a:cubicBezTo>
                  <a:pt x="604" y="862"/>
                  <a:pt x="606" y="856"/>
                  <a:pt x="582" y="864"/>
                </a:cubicBezTo>
                <a:cubicBezTo>
                  <a:pt x="562" y="861"/>
                  <a:pt x="536" y="865"/>
                  <a:pt x="521" y="851"/>
                </a:cubicBezTo>
                <a:cubicBezTo>
                  <a:pt x="484" y="816"/>
                  <a:pt x="482" y="745"/>
                  <a:pt x="430" y="729"/>
                </a:cubicBezTo>
                <a:cubicBezTo>
                  <a:pt x="422" y="717"/>
                  <a:pt x="410" y="702"/>
                  <a:pt x="400" y="693"/>
                </a:cubicBezTo>
                <a:cubicBezTo>
                  <a:pt x="390" y="683"/>
                  <a:pt x="370" y="683"/>
                  <a:pt x="359" y="674"/>
                </a:cubicBezTo>
                <a:cubicBezTo>
                  <a:pt x="348" y="667"/>
                  <a:pt x="346" y="651"/>
                  <a:pt x="336" y="642"/>
                </a:cubicBezTo>
                <a:cubicBezTo>
                  <a:pt x="326" y="633"/>
                  <a:pt x="314" y="625"/>
                  <a:pt x="298" y="623"/>
                </a:cubicBezTo>
                <a:cubicBezTo>
                  <a:pt x="278" y="625"/>
                  <a:pt x="257" y="623"/>
                  <a:pt x="238" y="629"/>
                </a:cubicBezTo>
                <a:cubicBezTo>
                  <a:pt x="230" y="631"/>
                  <a:pt x="230" y="643"/>
                  <a:pt x="224" y="648"/>
                </a:cubicBezTo>
                <a:cubicBezTo>
                  <a:pt x="204" y="667"/>
                  <a:pt x="186" y="663"/>
                  <a:pt x="157" y="667"/>
                </a:cubicBezTo>
                <a:cubicBezTo>
                  <a:pt x="122" y="678"/>
                  <a:pt x="126" y="686"/>
                  <a:pt x="102" y="705"/>
                </a:cubicBezTo>
                <a:cubicBezTo>
                  <a:pt x="90" y="715"/>
                  <a:pt x="62" y="731"/>
                  <a:pt x="62" y="731"/>
                </a:cubicBezTo>
                <a:cubicBezTo>
                  <a:pt x="46" y="686"/>
                  <a:pt x="82" y="627"/>
                  <a:pt x="28" y="610"/>
                </a:cubicBezTo>
                <a:cubicBezTo>
                  <a:pt x="16" y="593"/>
                  <a:pt x="1" y="553"/>
                  <a:pt x="1" y="553"/>
                </a:cubicBezTo>
                <a:cubicBezTo>
                  <a:pt x="17" y="508"/>
                  <a:pt x="7" y="527"/>
                  <a:pt x="28" y="496"/>
                </a:cubicBezTo>
                <a:cubicBezTo>
                  <a:pt x="16" y="479"/>
                  <a:pt x="1" y="439"/>
                  <a:pt x="1" y="439"/>
                </a:cubicBezTo>
                <a:cubicBezTo>
                  <a:pt x="10" y="326"/>
                  <a:pt x="0" y="383"/>
                  <a:pt x="42" y="325"/>
                </a:cubicBezTo>
                <a:cubicBezTo>
                  <a:pt x="57" y="266"/>
                  <a:pt x="62" y="262"/>
                  <a:pt x="48" y="180"/>
                </a:cubicBezTo>
                <a:cubicBezTo>
                  <a:pt x="47" y="172"/>
                  <a:pt x="38" y="168"/>
                  <a:pt x="35" y="161"/>
                </a:cubicBezTo>
                <a:cubicBezTo>
                  <a:pt x="29" y="148"/>
                  <a:pt x="26" y="135"/>
                  <a:pt x="21" y="122"/>
                </a:cubicBezTo>
                <a:cubicBezTo>
                  <a:pt x="19" y="116"/>
                  <a:pt x="15" y="103"/>
                  <a:pt x="15" y="103"/>
                </a:cubicBezTo>
                <a:cubicBezTo>
                  <a:pt x="17" y="76"/>
                  <a:pt x="10" y="46"/>
                  <a:pt x="21" y="21"/>
                </a:cubicBezTo>
                <a:cubicBezTo>
                  <a:pt x="32" y="0"/>
                  <a:pt x="96" y="27"/>
                  <a:pt x="96" y="27"/>
                </a:cubicBezTo>
                <a:cubicBezTo>
                  <a:pt x="98" y="34"/>
                  <a:pt x="102" y="46"/>
                  <a:pt x="102" y="46"/>
                </a:cubicBezTo>
              </a:path>
            </a:pathLst>
          </a:custGeom>
          <a:solidFill>
            <a:srgbClr val="FFFF00"/>
          </a:solidFill>
          <a:ln w="571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" name="Freeform 3"/>
          <p:cNvSpPr>
            <a:spLocks/>
          </p:cNvSpPr>
          <p:nvPr/>
        </p:nvSpPr>
        <p:spPr bwMode="auto">
          <a:xfrm>
            <a:off x="4625976" y="384175"/>
            <a:ext cx="3286125" cy="3043238"/>
          </a:xfrm>
          <a:custGeom>
            <a:avLst/>
            <a:gdLst/>
            <a:ahLst/>
            <a:cxnLst>
              <a:cxn ang="0">
                <a:pos x="698" y="19"/>
              </a:cxn>
              <a:cxn ang="0">
                <a:pos x="583" y="89"/>
              </a:cxn>
              <a:cxn ang="0">
                <a:pos x="550" y="114"/>
              </a:cxn>
              <a:cxn ang="0">
                <a:pos x="448" y="240"/>
              </a:cxn>
              <a:cxn ang="0">
                <a:pos x="340" y="316"/>
              </a:cxn>
              <a:cxn ang="0">
                <a:pos x="252" y="411"/>
              </a:cxn>
              <a:cxn ang="0">
                <a:pos x="225" y="588"/>
              </a:cxn>
              <a:cxn ang="0">
                <a:pos x="164" y="816"/>
              </a:cxn>
              <a:cxn ang="0">
                <a:pos x="103" y="925"/>
              </a:cxn>
              <a:cxn ang="0">
                <a:pos x="43" y="1107"/>
              </a:cxn>
              <a:cxn ang="0">
                <a:pos x="23" y="1164"/>
              </a:cxn>
              <a:cxn ang="0">
                <a:pos x="77" y="1367"/>
              </a:cxn>
              <a:cxn ang="0">
                <a:pos x="151" y="1512"/>
              </a:cxn>
              <a:cxn ang="0">
                <a:pos x="218" y="1575"/>
              </a:cxn>
              <a:cxn ang="0">
                <a:pos x="252" y="1607"/>
              </a:cxn>
              <a:cxn ang="0">
                <a:pos x="306" y="1632"/>
              </a:cxn>
              <a:cxn ang="0">
                <a:pos x="435" y="1784"/>
              </a:cxn>
              <a:cxn ang="0">
                <a:pos x="523" y="1847"/>
              </a:cxn>
              <a:cxn ang="0">
                <a:pos x="617" y="1841"/>
              </a:cxn>
              <a:cxn ang="0">
                <a:pos x="901" y="1664"/>
              </a:cxn>
              <a:cxn ang="0">
                <a:pos x="1266" y="1651"/>
              </a:cxn>
              <a:cxn ang="0">
                <a:pos x="1212" y="1556"/>
              </a:cxn>
              <a:cxn ang="0">
                <a:pos x="1158" y="1424"/>
              </a:cxn>
              <a:cxn ang="0">
                <a:pos x="1300" y="1329"/>
              </a:cxn>
              <a:cxn ang="0">
                <a:pos x="1361" y="1265"/>
              </a:cxn>
              <a:cxn ang="0">
                <a:pos x="1563" y="1145"/>
              </a:cxn>
              <a:cxn ang="0">
                <a:pos x="1766" y="1050"/>
              </a:cxn>
              <a:cxn ang="0">
                <a:pos x="1921" y="962"/>
              </a:cxn>
              <a:cxn ang="0">
                <a:pos x="1793" y="879"/>
              </a:cxn>
              <a:cxn ang="0">
                <a:pos x="1556" y="797"/>
              </a:cxn>
              <a:cxn ang="0">
                <a:pos x="1361" y="664"/>
              </a:cxn>
              <a:cxn ang="0">
                <a:pos x="1070" y="614"/>
              </a:cxn>
              <a:cxn ang="0">
                <a:pos x="887" y="500"/>
              </a:cxn>
              <a:cxn ang="0">
                <a:pos x="827" y="462"/>
              </a:cxn>
              <a:cxn ang="0">
                <a:pos x="732" y="272"/>
              </a:cxn>
              <a:cxn ang="0">
                <a:pos x="759" y="171"/>
              </a:cxn>
              <a:cxn ang="0">
                <a:pos x="637" y="32"/>
              </a:cxn>
              <a:cxn ang="0">
                <a:pos x="610" y="57"/>
              </a:cxn>
            </a:cxnLst>
            <a:rect l="0" t="0" r="r" b="b"/>
            <a:pathLst>
              <a:path w="1927" h="1858">
                <a:moveTo>
                  <a:pt x="705" y="0"/>
                </a:moveTo>
                <a:cubicBezTo>
                  <a:pt x="703" y="6"/>
                  <a:pt x="704" y="15"/>
                  <a:pt x="698" y="19"/>
                </a:cubicBezTo>
                <a:cubicBezTo>
                  <a:pt x="687" y="26"/>
                  <a:pt x="658" y="32"/>
                  <a:pt x="658" y="32"/>
                </a:cubicBezTo>
                <a:cubicBezTo>
                  <a:pt x="637" y="60"/>
                  <a:pt x="618" y="78"/>
                  <a:pt x="583" y="89"/>
                </a:cubicBezTo>
                <a:cubicBezTo>
                  <a:pt x="581" y="95"/>
                  <a:pt x="582" y="103"/>
                  <a:pt x="577" y="108"/>
                </a:cubicBezTo>
                <a:cubicBezTo>
                  <a:pt x="570" y="113"/>
                  <a:pt x="555" y="108"/>
                  <a:pt x="550" y="114"/>
                </a:cubicBezTo>
                <a:cubicBezTo>
                  <a:pt x="506" y="163"/>
                  <a:pt x="576" y="135"/>
                  <a:pt x="523" y="152"/>
                </a:cubicBezTo>
                <a:cubicBezTo>
                  <a:pt x="499" y="185"/>
                  <a:pt x="485" y="217"/>
                  <a:pt x="448" y="240"/>
                </a:cubicBezTo>
                <a:cubicBezTo>
                  <a:pt x="446" y="247"/>
                  <a:pt x="445" y="253"/>
                  <a:pt x="441" y="259"/>
                </a:cubicBezTo>
                <a:cubicBezTo>
                  <a:pt x="403" y="325"/>
                  <a:pt x="403" y="287"/>
                  <a:pt x="340" y="316"/>
                </a:cubicBezTo>
                <a:cubicBezTo>
                  <a:pt x="287" y="341"/>
                  <a:pt x="350" y="320"/>
                  <a:pt x="300" y="335"/>
                </a:cubicBezTo>
                <a:cubicBezTo>
                  <a:pt x="277" y="367"/>
                  <a:pt x="292" y="399"/>
                  <a:pt x="252" y="411"/>
                </a:cubicBezTo>
                <a:cubicBezTo>
                  <a:pt x="230" y="475"/>
                  <a:pt x="260" y="384"/>
                  <a:pt x="239" y="550"/>
                </a:cubicBezTo>
                <a:cubicBezTo>
                  <a:pt x="237" y="564"/>
                  <a:pt x="225" y="588"/>
                  <a:pt x="225" y="588"/>
                </a:cubicBezTo>
                <a:cubicBezTo>
                  <a:pt x="223" y="620"/>
                  <a:pt x="208" y="654"/>
                  <a:pt x="203" y="685"/>
                </a:cubicBezTo>
                <a:cubicBezTo>
                  <a:pt x="197" y="732"/>
                  <a:pt x="180" y="773"/>
                  <a:pt x="164" y="816"/>
                </a:cubicBezTo>
                <a:cubicBezTo>
                  <a:pt x="159" y="831"/>
                  <a:pt x="143" y="839"/>
                  <a:pt x="137" y="854"/>
                </a:cubicBezTo>
                <a:cubicBezTo>
                  <a:pt x="127" y="873"/>
                  <a:pt x="112" y="906"/>
                  <a:pt x="103" y="925"/>
                </a:cubicBezTo>
                <a:cubicBezTo>
                  <a:pt x="94" y="944"/>
                  <a:pt x="93" y="938"/>
                  <a:pt x="83" y="968"/>
                </a:cubicBezTo>
                <a:cubicBezTo>
                  <a:pt x="56" y="1006"/>
                  <a:pt x="57" y="1065"/>
                  <a:pt x="43" y="1107"/>
                </a:cubicBezTo>
                <a:cubicBezTo>
                  <a:pt x="38" y="1120"/>
                  <a:pt x="34" y="1133"/>
                  <a:pt x="29" y="1145"/>
                </a:cubicBezTo>
                <a:cubicBezTo>
                  <a:pt x="27" y="1151"/>
                  <a:pt x="23" y="1164"/>
                  <a:pt x="23" y="1164"/>
                </a:cubicBezTo>
                <a:cubicBezTo>
                  <a:pt x="26" y="1226"/>
                  <a:pt x="0" y="1294"/>
                  <a:pt x="56" y="1329"/>
                </a:cubicBezTo>
                <a:cubicBezTo>
                  <a:pt x="81" y="1398"/>
                  <a:pt x="42" y="1293"/>
                  <a:pt x="77" y="1367"/>
                </a:cubicBezTo>
                <a:cubicBezTo>
                  <a:pt x="96" y="1408"/>
                  <a:pt x="96" y="1467"/>
                  <a:pt x="137" y="1493"/>
                </a:cubicBezTo>
                <a:cubicBezTo>
                  <a:pt x="142" y="1499"/>
                  <a:pt x="145" y="1507"/>
                  <a:pt x="151" y="1512"/>
                </a:cubicBezTo>
                <a:cubicBezTo>
                  <a:pt x="157" y="1517"/>
                  <a:pt x="166" y="1520"/>
                  <a:pt x="171" y="1525"/>
                </a:cubicBezTo>
                <a:cubicBezTo>
                  <a:pt x="226" y="1584"/>
                  <a:pt x="172" y="1547"/>
                  <a:pt x="218" y="1575"/>
                </a:cubicBezTo>
                <a:cubicBezTo>
                  <a:pt x="223" y="1582"/>
                  <a:pt x="226" y="1589"/>
                  <a:pt x="232" y="1594"/>
                </a:cubicBezTo>
                <a:cubicBezTo>
                  <a:pt x="238" y="1600"/>
                  <a:pt x="247" y="1601"/>
                  <a:pt x="252" y="1607"/>
                </a:cubicBezTo>
                <a:cubicBezTo>
                  <a:pt x="257" y="1612"/>
                  <a:pt x="252" y="1623"/>
                  <a:pt x="259" y="1626"/>
                </a:cubicBezTo>
                <a:cubicBezTo>
                  <a:pt x="274" y="1632"/>
                  <a:pt x="291" y="1630"/>
                  <a:pt x="306" y="1632"/>
                </a:cubicBezTo>
                <a:cubicBezTo>
                  <a:pt x="329" y="1646"/>
                  <a:pt x="338" y="1663"/>
                  <a:pt x="360" y="1677"/>
                </a:cubicBezTo>
                <a:cubicBezTo>
                  <a:pt x="372" y="1707"/>
                  <a:pt x="404" y="1765"/>
                  <a:pt x="435" y="1784"/>
                </a:cubicBezTo>
                <a:cubicBezTo>
                  <a:pt x="438" y="1789"/>
                  <a:pt x="479" y="1833"/>
                  <a:pt x="482" y="1835"/>
                </a:cubicBezTo>
                <a:cubicBezTo>
                  <a:pt x="494" y="1842"/>
                  <a:pt x="509" y="1843"/>
                  <a:pt x="523" y="1847"/>
                </a:cubicBezTo>
                <a:cubicBezTo>
                  <a:pt x="529" y="1850"/>
                  <a:pt x="543" y="1854"/>
                  <a:pt x="543" y="1854"/>
                </a:cubicBezTo>
                <a:cubicBezTo>
                  <a:pt x="568" y="1851"/>
                  <a:pt x="599" y="1858"/>
                  <a:pt x="617" y="1841"/>
                </a:cubicBezTo>
                <a:cubicBezTo>
                  <a:pt x="663" y="1798"/>
                  <a:pt x="663" y="1728"/>
                  <a:pt x="705" y="1689"/>
                </a:cubicBezTo>
                <a:cubicBezTo>
                  <a:pt x="748" y="1649"/>
                  <a:pt x="881" y="1665"/>
                  <a:pt x="901" y="1664"/>
                </a:cubicBezTo>
                <a:cubicBezTo>
                  <a:pt x="963" y="1669"/>
                  <a:pt x="1011" y="1682"/>
                  <a:pt x="1070" y="1696"/>
                </a:cubicBezTo>
                <a:cubicBezTo>
                  <a:pt x="1201" y="1691"/>
                  <a:pt x="1237" y="1735"/>
                  <a:pt x="1266" y="1651"/>
                </a:cubicBezTo>
                <a:cubicBezTo>
                  <a:pt x="1261" y="1639"/>
                  <a:pt x="1260" y="1625"/>
                  <a:pt x="1252" y="1613"/>
                </a:cubicBezTo>
                <a:cubicBezTo>
                  <a:pt x="1239" y="1594"/>
                  <a:pt x="1220" y="1579"/>
                  <a:pt x="1212" y="1556"/>
                </a:cubicBezTo>
                <a:cubicBezTo>
                  <a:pt x="1203" y="1531"/>
                  <a:pt x="1194" y="1506"/>
                  <a:pt x="1185" y="1480"/>
                </a:cubicBezTo>
                <a:cubicBezTo>
                  <a:pt x="1178" y="1460"/>
                  <a:pt x="1165" y="1444"/>
                  <a:pt x="1158" y="1424"/>
                </a:cubicBezTo>
                <a:cubicBezTo>
                  <a:pt x="1156" y="1417"/>
                  <a:pt x="1151" y="1405"/>
                  <a:pt x="1151" y="1405"/>
                </a:cubicBezTo>
                <a:cubicBezTo>
                  <a:pt x="1163" y="1280"/>
                  <a:pt x="1131" y="1356"/>
                  <a:pt x="1300" y="1329"/>
                </a:cubicBezTo>
                <a:cubicBezTo>
                  <a:pt x="1314" y="1327"/>
                  <a:pt x="1313" y="1297"/>
                  <a:pt x="1320" y="1291"/>
                </a:cubicBezTo>
                <a:cubicBezTo>
                  <a:pt x="1331" y="1280"/>
                  <a:pt x="1361" y="1265"/>
                  <a:pt x="1361" y="1265"/>
                </a:cubicBezTo>
                <a:cubicBezTo>
                  <a:pt x="1381" y="1237"/>
                  <a:pt x="1406" y="1230"/>
                  <a:pt x="1435" y="1215"/>
                </a:cubicBezTo>
                <a:cubicBezTo>
                  <a:pt x="1480" y="1192"/>
                  <a:pt x="1514" y="1157"/>
                  <a:pt x="1563" y="1145"/>
                </a:cubicBezTo>
                <a:cubicBezTo>
                  <a:pt x="1597" y="1124"/>
                  <a:pt x="1631" y="1103"/>
                  <a:pt x="1665" y="1082"/>
                </a:cubicBezTo>
                <a:cubicBezTo>
                  <a:pt x="1693" y="1064"/>
                  <a:pt x="1738" y="1068"/>
                  <a:pt x="1766" y="1050"/>
                </a:cubicBezTo>
                <a:cubicBezTo>
                  <a:pt x="1811" y="1022"/>
                  <a:pt x="1857" y="996"/>
                  <a:pt x="1908" y="981"/>
                </a:cubicBezTo>
                <a:cubicBezTo>
                  <a:pt x="1912" y="974"/>
                  <a:pt x="1927" y="968"/>
                  <a:pt x="1921" y="962"/>
                </a:cubicBezTo>
                <a:cubicBezTo>
                  <a:pt x="1912" y="951"/>
                  <a:pt x="1849" y="942"/>
                  <a:pt x="1834" y="936"/>
                </a:cubicBezTo>
                <a:cubicBezTo>
                  <a:pt x="1813" y="917"/>
                  <a:pt x="1812" y="897"/>
                  <a:pt x="1793" y="879"/>
                </a:cubicBezTo>
                <a:cubicBezTo>
                  <a:pt x="1776" y="864"/>
                  <a:pt x="1752" y="848"/>
                  <a:pt x="1732" y="835"/>
                </a:cubicBezTo>
                <a:cubicBezTo>
                  <a:pt x="1689" y="775"/>
                  <a:pt x="1650" y="801"/>
                  <a:pt x="1556" y="797"/>
                </a:cubicBezTo>
                <a:cubicBezTo>
                  <a:pt x="1511" y="783"/>
                  <a:pt x="1519" y="769"/>
                  <a:pt x="1489" y="740"/>
                </a:cubicBezTo>
                <a:cubicBezTo>
                  <a:pt x="1469" y="682"/>
                  <a:pt x="1415" y="681"/>
                  <a:pt x="1361" y="664"/>
                </a:cubicBezTo>
                <a:cubicBezTo>
                  <a:pt x="1336" y="630"/>
                  <a:pt x="1333" y="620"/>
                  <a:pt x="1293" y="607"/>
                </a:cubicBezTo>
                <a:cubicBezTo>
                  <a:pt x="1212" y="616"/>
                  <a:pt x="1156" y="618"/>
                  <a:pt x="1070" y="614"/>
                </a:cubicBezTo>
                <a:cubicBezTo>
                  <a:pt x="1026" y="603"/>
                  <a:pt x="999" y="567"/>
                  <a:pt x="962" y="544"/>
                </a:cubicBezTo>
                <a:cubicBezTo>
                  <a:pt x="943" y="518"/>
                  <a:pt x="917" y="515"/>
                  <a:pt x="887" y="500"/>
                </a:cubicBezTo>
                <a:cubicBezTo>
                  <a:pt x="873" y="492"/>
                  <a:pt x="860" y="483"/>
                  <a:pt x="847" y="475"/>
                </a:cubicBezTo>
                <a:cubicBezTo>
                  <a:pt x="840" y="470"/>
                  <a:pt x="827" y="462"/>
                  <a:pt x="827" y="462"/>
                </a:cubicBezTo>
                <a:cubicBezTo>
                  <a:pt x="818" y="437"/>
                  <a:pt x="810" y="426"/>
                  <a:pt x="786" y="411"/>
                </a:cubicBezTo>
                <a:cubicBezTo>
                  <a:pt x="757" y="370"/>
                  <a:pt x="749" y="318"/>
                  <a:pt x="732" y="272"/>
                </a:cubicBezTo>
                <a:cubicBezTo>
                  <a:pt x="741" y="214"/>
                  <a:pt x="734" y="241"/>
                  <a:pt x="752" y="190"/>
                </a:cubicBezTo>
                <a:cubicBezTo>
                  <a:pt x="755" y="183"/>
                  <a:pt x="759" y="171"/>
                  <a:pt x="759" y="171"/>
                </a:cubicBezTo>
                <a:cubicBezTo>
                  <a:pt x="755" y="132"/>
                  <a:pt x="755" y="41"/>
                  <a:pt x="705" y="25"/>
                </a:cubicBezTo>
                <a:cubicBezTo>
                  <a:pt x="683" y="27"/>
                  <a:pt x="659" y="24"/>
                  <a:pt x="637" y="32"/>
                </a:cubicBezTo>
                <a:cubicBezTo>
                  <a:pt x="631" y="34"/>
                  <a:pt x="635" y="46"/>
                  <a:pt x="631" y="51"/>
                </a:cubicBezTo>
                <a:cubicBezTo>
                  <a:pt x="626" y="55"/>
                  <a:pt x="617" y="55"/>
                  <a:pt x="610" y="57"/>
                </a:cubicBezTo>
                <a:cubicBezTo>
                  <a:pt x="587" y="91"/>
                  <a:pt x="546" y="117"/>
                  <a:pt x="516" y="146"/>
                </a:cubicBezTo>
              </a:path>
            </a:pathLst>
          </a:custGeom>
          <a:solidFill>
            <a:srgbClr val="FF9900"/>
          </a:solidFill>
          <a:ln w="571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6" name="Freeform 4"/>
          <p:cNvSpPr>
            <a:spLocks/>
          </p:cNvSpPr>
          <p:nvPr/>
        </p:nvSpPr>
        <p:spPr bwMode="auto">
          <a:xfrm>
            <a:off x="3608389" y="30164"/>
            <a:ext cx="2339975" cy="1431925"/>
          </a:xfrm>
          <a:custGeom>
            <a:avLst/>
            <a:gdLst/>
            <a:ahLst/>
            <a:cxnLst>
              <a:cxn ang="0">
                <a:pos x="1273" y="43"/>
              </a:cxn>
              <a:cxn ang="0">
                <a:pos x="1199" y="62"/>
              </a:cxn>
              <a:cxn ang="0">
                <a:pos x="1138" y="43"/>
              </a:cxn>
              <a:cxn ang="0">
                <a:pos x="1117" y="37"/>
              </a:cxn>
              <a:cxn ang="0">
                <a:pos x="982" y="94"/>
              </a:cxn>
              <a:cxn ang="0">
                <a:pos x="881" y="132"/>
              </a:cxn>
              <a:cxn ang="0">
                <a:pos x="827" y="170"/>
              </a:cxn>
              <a:cxn ang="0">
                <a:pos x="786" y="183"/>
              </a:cxn>
              <a:cxn ang="0">
                <a:pos x="752" y="208"/>
              </a:cxn>
              <a:cxn ang="0">
                <a:pos x="692" y="246"/>
              </a:cxn>
              <a:cxn ang="0">
                <a:pos x="631" y="271"/>
              </a:cxn>
              <a:cxn ang="0">
                <a:pos x="475" y="335"/>
              </a:cxn>
              <a:cxn ang="0">
                <a:pos x="401" y="398"/>
              </a:cxn>
              <a:cxn ang="0">
                <a:pos x="381" y="411"/>
              </a:cxn>
              <a:cxn ang="0">
                <a:pos x="313" y="468"/>
              </a:cxn>
              <a:cxn ang="0">
                <a:pos x="279" y="442"/>
              </a:cxn>
              <a:cxn ang="0">
                <a:pos x="131" y="430"/>
              </a:cxn>
              <a:cxn ang="0">
                <a:pos x="36" y="411"/>
              </a:cxn>
              <a:cxn ang="0">
                <a:pos x="43" y="461"/>
              </a:cxn>
              <a:cxn ang="0">
                <a:pos x="110" y="569"/>
              </a:cxn>
              <a:cxn ang="0">
                <a:pos x="164" y="645"/>
              </a:cxn>
              <a:cxn ang="0">
                <a:pos x="212" y="702"/>
              </a:cxn>
              <a:cxn ang="0">
                <a:pos x="246" y="759"/>
              </a:cxn>
              <a:cxn ang="0">
                <a:pos x="252" y="778"/>
              </a:cxn>
              <a:cxn ang="0">
                <a:pos x="273" y="791"/>
              </a:cxn>
              <a:cxn ang="0">
                <a:pos x="306" y="841"/>
              </a:cxn>
              <a:cxn ang="0">
                <a:pos x="401" y="765"/>
              </a:cxn>
              <a:cxn ang="0">
                <a:pos x="415" y="746"/>
              </a:cxn>
              <a:cxn ang="0">
                <a:pos x="421" y="727"/>
              </a:cxn>
              <a:cxn ang="0">
                <a:pos x="475" y="715"/>
              </a:cxn>
              <a:cxn ang="0">
                <a:pos x="502" y="677"/>
              </a:cxn>
              <a:cxn ang="0">
                <a:pos x="503" y="678"/>
              </a:cxn>
              <a:cxn ang="0">
                <a:pos x="556" y="702"/>
              </a:cxn>
              <a:cxn ang="0">
                <a:pos x="617" y="734"/>
              </a:cxn>
              <a:cxn ang="0">
                <a:pos x="698" y="765"/>
              </a:cxn>
              <a:cxn ang="0">
                <a:pos x="719" y="778"/>
              </a:cxn>
              <a:cxn ang="0">
                <a:pos x="807" y="803"/>
              </a:cxn>
              <a:cxn ang="0">
                <a:pos x="847" y="721"/>
              </a:cxn>
              <a:cxn ang="0">
                <a:pos x="874" y="626"/>
              </a:cxn>
              <a:cxn ang="0">
                <a:pos x="935" y="537"/>
              </a:cxn>
              <a:cxn ang="0">
                <a:pos x="1030" y="506"/>
              </a:cxn>
              <a:cxn ang="0">
                <a:pos x="1097" y="436"/>
              </a:cxn>
              <a:cxn ang="0">
                <a:pos x="1144" y="366"/>
              </a:cxn>
              <a:cxn ang="0">
                <a:pos x="1171" y="341"/>
              </a:cxn>
              <a:cxn ang="0">
                <a:pos x="1185" y="322"/>
              </a:cxn>
              <a:cxn ang="0">
                <a:pos x="1205" y="309"/>
              </a:cxn>
              <a:cxn ang="0">
                <a:pos x="1273" y="240"/>
              </a:cxn>
              <a:cxn ang="0">
                <a:pos x="1327" y="227"/>
              </a:cxn>
              <a:cxn ang="0">
                <a:pos x="1347" y="157"/>
              </a:cxn>
              <a:cxn ang="0">
                <a:pos x="1300" y="18"/>
              </a:cxn>
              <a:cxn ang="0">
                <a:pos x="1259" y="50"/>
              </a:cxn>
            </a:cxnLst>
            <a:rect l="0" t="0" r="r" b="b"/>
            <a:pathLst>
              <a:path w="1372" h="874">
                <a:moveTo>
                  <a:pt x="1273" y="43"/>
                </a:moveTo>
                <a:cubicBezTo>
                  <a:pt x="1259" y="80"/>
                  <a:pt x="1238" y="68"/>
                  <a:pt x="1199" y="62"/>
                </a:cubicBezTo>
                <a:cubicBezTo>
                  <a:pt x="1178" y="56"/>
                  <a:pt x="1158" y="50"/>
                  <a:pt x="1138" y="43"/>
                </a:cubicBezTo>
                <a:cubicBezTo>
                  <a:pt x="1131" y="41"/>
                  <a:pt x="1117" y="37"/>
                  <a:pt x="1117" y="37"/>
                </a:cubicBezTo>
                <a:cubicBezTo>
                  <a:pt x="1017" y="48"/>
                  <a:pt x="1058" y="46"/>
                  <a:pt x="982" y="94"/>
                </a:cubicBezTo>
                <a:cubicBezTo>
                  <a:pt x="952" y="113"/>
                  <a:pt x="912" y="113"/>
                  <a:pt x="881" y="132"/>
                </a:cubicBezTo>
                <a:cubicBezTo>
                  <a:pt x="867" y="151"/>
                  <a:pt x="850" y="160"/>
                  <a:pt x="827" y="170"/>
                </a:cubicBezTo>
                <a:cubicBezTo>
                  <a:pt x="813" y="175"/>
                  <a:pt x="786" y="183"/>
                  <a:pt x="786" y="183"/>
                </a:cubicBezTo>
                <a:cubicBezTo>
                  <a:pt x="761" y="217"/>
                  <a:pt x="787" y="190"/>
                  <a:pt x="752" y="208"/>
                </a:cubicBezTo>
                <a:cubicBezTo>
                  <a:pt x="731" y="220"/>
                  <a:pt x="715" y="239"/>
                  <a:pt x="692" y="246"/>
                </a:cubicBezTo>
                <a:cubicBezTo>
                  <a:pt x="643" y="261"/>
                  <a:pt x="663" y="251"/>
                  <a:pt x="631" y="271"/>
                </a:cubicBezTo>
                <a:cubicBezTo>
                  <a:pt x="600" y="314"/>
                  <a:pt x="524" y="320"/>
                  <a:pt x="475" y="335"/>
                </a:cubicBezTo>
                <a:cubicBezTo>
                  <a:pt x="447" y="361"/>
                  <a:pt x="436" y="376"/>
                  <a:pt x="401" y="398"/>
                </a:cubicBezTo>
                <a:cubicBezTo>
                  <a:pt x="394" y="402"/>
                  <a:pt x="381" y="411"/>
                  <a:pt x="381" y="411"/>
                </a:cubicBezTo>
                <a:cubicBezTo>
                  <a:pt x="348" y="457"/>
                  <a:pt x="356" y="441"/>
                  <a:pt x="313" y="468"/>
                </a:cubicBezTo>
                <a:cubicBezTo>
                  <a:pt x="262" y="452"/>
                  <a:pt x="323" y="475"/>
                  <a:pt x="279" y="442"/>
                </a:cubicBezTo>
                <a:cubicBezTo>
                  <a:pt x="241" y="413"/>
                  <a:pt x="180" y="432"/>
                  <a:pt x="131" y="430"/>
                </a:cubicBezTo>
                <a:cubicBezTo>
                  <a:pt x="98" y="399"/>
                  <a:pt x="83" y="404"/>
                  <a:pt x="36" y="411"/>
                </a:cubicBezTo>
                <a:cubicBezTo>
                  <a:pt x="0" y="433"/>
                  <a:pt x="12" y="442"/>
                  <a:pt x="43" y="461"/>
                </a:cubicBezTo>
                <a:cubicBezTo>
                  <a:pt x="55" y="496"/>
                  <a:pt x="78" y="549"/>
                  <a:pt x="110" y="569"/>
                </a:cubicBezTo>
                <a:cubicBezTo>
                  <a:pt x="128" y="594"/>
                  <a:pt x="146" y="620"/>
                  <a:pt x="164" y="645"/>
                </a:cubicBezTo>
                <a:cubicBezTo>
                  <a:pt x="188" y="678"/>
                  <a:pt x="194" y="651"/>
                  <a:pt x="212" y="702"/>
                </a:cubicBezTo>
                <a:cubicBezTo>
                  <a:pt x="229" y="748"/>
                  <a:pt x="215" y="730"/>
                  <a:pt x="246" y="759"/>
                </a:cubicBezTo>
                <a:cubicBezTo>
                  <a:pt x="248" y="765"/>
                  <a:pt x="248" y="773"/>
                  <a:pt x="252" y="778"/>
                </a:cubicBezTo>
                <a:cubicBezTo>
                  <a:pt x="258" y="784"/>
                  <a:pt x="268" y="784"/>
                  <a:pt x="273" y="791"/>
                </a:cubicBezTo>
                <a:cubicBezTo>
                  <a:pt x="313" y="851"/>
                  <a:pt x="260" y="813"/>
                  <a:pt x="306" y="841"/>
                </a:cubicBezTo>
                <a:cubicBezTo>
                  <a:pt x="360" y="831"/>
                  <a:pt x="371" y="808"/>
                  <a:pt x="401" y="765"/>
                </a:cubicBezTo>
                <a:cubicBezTo>
                  <a:pt x="406" y="759"/>
                  <a:pt x="412" y="754"/>
                  <a:pt x="415" y="746"/>
                </a:cubicBezTo>
                <a:cubicBezTo>
                  <a:pt x="417" y="740"/>
                  <a:pt x="416" y="732"/>
                  <a:pt x="421" y="727"/>
                </a:cubicBezTo>
                <a:cubicBezTo>
                  <a:pt x="437" y="718"/>
                  <a:pt x="457" y="720"/>
                  <a:pt x="475" y="715"/>
                </a:cubicBezTo>
                <a:cubicBezTo>
                  <a:pt x="484" y="702"/>
                  <a:pt x="493" y="689"/>
                  <a:pt x="502" y="677"/>
                </a:cubicBezTo>
                <a:cubicBezTo>
                  <a:pt x="507" y="670"/>
                  <a:pt x="486" y="690"/>
                  <a:pt x="503" y="678"/>
                </a:cubicBezTo>
                <a:cubicBezTo>
                  <a:pt x="519" y="700"/>
                  <a:pt x="528" y="694"/>
                  <a:pt x="556" y="702"/>
                </a:cubicBezTo>
                <a:cubicBezTo>
                  <a:pt x="620" y="761"/>
                  <a:pt x="518" y="671"/>
                  <a:pt x="617" y="734"/>
                </a:cubicBezTo>
                <a:cubicBezTo>
                  <a:pt x="643" y="749"/>
                  <a:pt x="670" y="757"/>
                  <a:pt x="698" y="765"/>
                </a:cubicBezTo>
                <a:cubicBezTo>
                  <a:pt x="706" y="767"/>
                  <a:pt x="711" y="775"/>
                  <a:pt x="719" y="778"/>
                </a:cubicBezTo>
                <a:cubicBezTo>
                  <a:pt x="746" y="790"/>
                  <a:pt x="777" y="797"/>
                  <a:pt x="807" y="803"/>
                </a:cubicBezTo>
                <a:cubicBezTo>
                  <a:pt x="857" y="874"/>
                  <a:pt x="841" y="777"/>
                  <a:pt x="847" y="721"/>
                </a:cubicBezTo>
                <a:cubicBezTo>
                  <a:pt x="850" y="689"/>
                  <a:pt x="865" y="657"/>
                  <a:pt x="874" y="626"/>
                </a:cubicBezTo>
                <a:cubicBezTo>
                  <a:pt x="882" y="599"/>
                  <a:pt x="903" y="548"/>
                  <a:pt x="935" y="537"/>
                </a:cubicBezTo>
                <a:cubicBezTo>
                  <a:pt x="975" y="524"/>
                  <a:pt x="996" y="527"/>
                  <a:pt x="1030" y="506"/>
                </a:cubicBezTo>
                <a:cubicBezTo>
                  <a:pt x="1052" y="474"/>
                  <a:pt x="1063" y="457"/>
                  <a:pt x="1097" y="436"/>
                </a:cubicBezTo>
                <a:cubicBezTo>
                  <a:pt x="1110" y="401"/>
                  <a:pt x="1112" y="386"/>
                  <a:pt x="1144" y="366"/>
                </a:cubicBezTo>
                <a:cubicBezTo>
                  <a:pt x="1159" y="325"/>
                  <a:pt x="1139" y="365"/>
                  <a:pt x="1171" y="341"/>
                </a:cubicBezTo>
                <a:cubicBezTo>
                  <a:pt x="1178" y="336"/>
                  <a:pt x="1179" y="327"/>
                  <a:pt x="1185" y="322"/>
                </a:cubicBezTo>
                <a:cubicBezTo>
                  <a:pt x="1191" y="317"/>
                  <a:pt x="1199" y="314"/>
                  <a:pt x="1205" y="309"/>
                </a:cubicBezTo>
                <a:cubicBezTo>
                  <a:pt x="1222" y="286"/>
                  <a:pt x="1241" y="250"/>
                  <a:pt x="1273" y="240"/>
                </a:cubicBezTo>
                <a:cubicBezTo>
                  <a:pt x="1290" y="233"/>
                  <a:pt x="1309" y="232"/>
                  <a:pt x="1327" y="227"/>
                </a:cubicBezTo>
                <a:cubicBezTo>
                  <a:pt x="1335" y="204"/>
                  <a:pt x="1347" y="157"/>
                  <a:pt x="1347" y="157"/>
                </a:cubicBezTo>
                <a:cubicBezTo>
                  <a:pt x="1338" y="0"/>
                  <a:pt x="1372" y="62"/>
                  <a:pt x="1300" y="18"/>
                </a:cubicBezTo>
                <a:cubicBezTo>
                  <a:pt x="1265" y="29"/>
                  <a:pt x="1288" y="37"/>
                  <a:pt x="1259" y="50"/>
                </a:cubicBezTo>
              </a:path>
            </a:pathLst>
          </a:custGeom>
          <a:solidFill>
            <a:srgbClr val="FF33CC"/>
          </a:solidFill>
          <a:ln w="571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3905251" y="3802063"/>
            <a:ext cx="1579563" cy="1249362"/>
          </a:xfrm>
          <a:custGeom>
            <a:avLst/>
            <a:gdLst/>
            <a:ahLst/>
            <a:cxnLst>
              <a:cxn ang="0">
                <a:pos x="0" y="195"/>
              </a:cxn>
              <a:cxn ang="0">
                <a:pos x="33" y="183"/>
              </a:cxn>
              <a:cxn ang="0">
                <a:pos x="51" y="177"/>
              </a:cxn>
              <a:cxn ang="0">
                <a:pos x="90" y="159"/>
              </a:cxn>
              <a:cxn ang="0">
                <a:pos x="126" y="135"/>
              </a:cxn>
              <a:cxn ang="0">
                <a:pos x="162" y="111"/>
              </a:cxn>
              <a:cxn ang="0">
                <a:pos x="177" y="90"/>
              </a:cxn>
              <a:cxn ang="0">
                <a:pos x="258" y="99"/>
              </a:cxn>
              <a:cxn ang="0">
                <a:pos x="285" y="96"/>
              </a:cxn>
              <a:cxn ang="0">
                <a:pos x="303" y="90"/>
              </a:cxn>
              <a:cxn ang="0">
                <a:pos x="318" y="93"/>
              </a:cxn>
              <a:cxn ang="0">
                <a:pos x="330" y="120"/>
              </a:cxn>
              <a:cxn ang="0">
                <a:pos x="351" y="126"/>
              </a:cxn>
              <a:cxn ang="0">
                <a:pos x="369" y="132"/>
              </a:cxn>
              <a:cxn ang="0">
                <a:pos x="390" y="102"/>
              </a:cxn>
              <a:cxn ang="0">
                <a:pos x="426" y="75"/>
              </a:cxn>
              <a:cxn ang="0">
                <a:pos x="453" y="39"/>
              </a:cxn>
              <a:cxn ang="0">
                <a:pos x="483" y="9"/>
              </a:cxn>
              <a:cxn ang="0">
                <a:pos x="516" y="3"/>
              </a:cxn>
              <a:cxn ang="0">
                <a:pos x="543" y="42"/>
              </a:cxn>
              <a:cxn ang="0">
                <a:pos x="567" y="60"/>
              </a:cxn>
              <a:cxn ang="0">
                <a:pos x="594" y="90"/>
              </a:cxn>
              <a:cxn ang="0">
                <a:pos x="624" y="135"/>
              </a:cxn>
              <a:cxn ang="0">
                <a:pos x="624" y="204"/>
              </a:cxn>
              <a:cxn ang="0">
                <a:pos x="651" y="219"/>
              </a:cxn>
              <a:cxn ang="0">
                <a:pos x="666" y="237"/>
              </a:cxn>
              <a:cxn ang="0">
                <a:pos x="669" y="246"/>
              </a:cxn>
              <a:cxn ang="0">
                <a:pos x="672" y="327"/>
              </a:cxn>
              <a:cxn ang="0">
                <a:pos x="750" y="378"/>
              </a:cxn>
              <a:cxn ang="0">
                <a:pos x="765" y="420"/>
              </a:cxn>
              <a:cxn ang="0">
                <a:pos x="795" y="450"/>
              </a:cxn>
              <a:cxn ang="0">
                <a:pos x="816" y="474"/>
              </a:cxn>
              <a:cxn ang="0">
                <a:pos x="816" y="495"/>
              </a:cxn>
              <a:cxn ang="0">
                <a:pos x="798" y="501"/>
              </a:cxn>
              <a:cxn ang="0">
                <a:pos x="792" y="519"/>
              </a:cxn>
              <a:cxn ang="0">
                <a:pos x="774" y="531"/>
              </a:cxn>
              <a:cxn ang="0">
                <a:pos x="630" y="564"/>
              </a:cxn>
              <a:cxn ang="0">
                <a:pos x="600" y="573"/>
              </a:cxn>
              <a:cxn ang="0">
                <a:pos x="540" y="573"/>
              </a:cxn>
              <a:cxn ang="0">
                <a:pos x="519" y="618"/>
              </a:cxn>
              <a:cxn ang="0">
                <a:pos x="477" y="621"/>
              </a:cxn>
              <a:cxn ang="0">
                <a:pos x="426" y="639"/>
              </a:cxn>
              <a:cxn ang="0">
                <a:pos x="429" y="648"/>
              </a:cxn>
              <a:cxn ang="0">
                <a:pos x="417" y="651"/>
              </a:cxn>
              <a:cxn ang="0">
                <a:pos x="414" y="681"/>
              </a:cxn>
              <a:cxn ang="0">
                <a:pos x="429" y="714"/>
              </a:cxn>
              <a:cxn ang="0">
                <a:pos x="420" y="720"/>
              </a:cxn>
              <a:cxn ang="0">
                <a:pos x="384" y="708"/>
              </a:cxn>
              <a:cxn ang="0">
                <a:pos x="348" y="681"/>
              </a:cxn>
              <a:cxn ang="0">
                <a:pos x="312" y="651"/>
              </a:cxn>
              <a:cxn ang="0">
                <a:pos x="294" y="642"/>
              </a:cxn>
              <a:cxn ang="0">
                <a:pos x="261" y="621"/>
              </a:cxn>
              <a:cxn ang="0">
                <a:pos x="252" y="618"/>
              </a:cxn>
              <a:cxn ang="0">
                <a:pos x="195" y="609"/>
              </a:cxn>
              <a:cxn ang="0">
                <a:pos x="168" y="561"/>
              </a:cxn>
              <a:cxn ang="0">
                <a:pos x="99" y="516"/>
              </a:cxn>
              <a:cxn ang="0">
                <a:pos x="60" y="453"/>
              </a:cxn>
              <a:cxn ang="0">
                <a:pos x="24" y="378"/>
              </a:cxn>
              <a:cxn ang="0">
                <a:pos x="21" y="279"/>
              </a:cxn>
              <a:cxn ang="0">
                <a:pos x="6" y="252"/>
              </a:cxn>
              <a:cxn ang="0">
                <a:pos x="0" y="234"/>
              </a:cxn>
              <a:cxn ang="0">
                <a:pos x="0" y="195"/>
              </a:cxn>
            </a:cxnLst>
            <a:rect l="0" t="0" r="r" b="b"/>
            <a:pathLst>
              <a:path w="823" h="721">
                <a:moveTo>
                  <a:pt x="0" y="195"/>
                </a:moveTo>
                <a:cubicBezTo>
                  <a:pt x="15" y="192"/>
                  <a:pt x="20" y="189"/>
                  <a:pt x="33" y="183"/>
                </a:cubicBezTo>
                <a:cubicBezTo>
                  <a:pt x="39" y="180"/>
                  <a:pt x="51" y="177"/>
                  <a:pt x="51" y="177"/>
                </a:cubicBezTo>
                <a:cubicBezTo>
                  <a:pt x="63" y="165"/>
                  <a:pt x="75" y="163"/>
                  <a:pt x="90" y="159"/>
                </a:cubicBezTo>
                <a:cubicBezTo>
                  <a:pt x="105" y="136"/>
                  <a:pt x="89" y="139"/>
                  <a:pt x="126" y="135"/>
                </a:cubicBezTo>
                <a:cubicBezTo>
                  <a:pt x="140" y="125"/>
                  <a:pt x="144" y="116"/>
                  <a:pt x="162" y="111"/>
                </a:cubicBezTo>
                <a:cubicBezTo>
                  <a:pt x="169" y="90"/>
                  <a:pt x="162" y="95"/>
                  <a:pt x="177" y="90"/>
                </a:cubicBezTo>
                <a:cubicBezTo>
                  <a:pt x="207" y="92"/>
                  <a:pt x="230" y="94"/>
                  <a:pt x="258" y="99"/>
                </a:cubicBezTo>
                <a:cubicBezTo>
                  <a:pt x="267" y="98"/>
                  <a:pt x="276" y="98"/>
                  <a:pt x="285" y="96"/>
                </a:cubicBezTo>
                <a:cubicBezTo>
                  <a:pt x="291" y="95"/>
                  <a:pt x="303" y="90"/>
                  <a:pt x="303" y="90"/>
                </a:cubicBezTo>
                <a:cubicBezTo>
                  <a:pt x="308" y="91"/>
                  <a:pt x="314" y="89"/>
                  <a:pt x="318" y="93"/>
                </a:cubicBezTo>
                <a:cubicBezTo>
                  <a:pt x="338" y="113"/>
                  <a:pt x="313" y="106"/>
                  <a:pt x="330" y="120"/>
                </a:cubicBezTo>
                <a:cubicBezTo>
                  <a:pt x="332" y="122"/>
                  <a:pt x="350" y="126"/>
                  <a:pt x="351" y="126"/>
                </a:cubicBezTo>
                <a:cubicBezTo>
                  <a:pt x="357" y="128"/>
                  <a:pt x="369" y="132"/>
                  <a:pt x="369" y="132"/>
                </a:cubicBezTo>
                <a:cubicBezTo>
                  <a:pt x="378" y="119"/>
                  <a:pt x="375" y="107"/>
                  <a:pt x="390" y="102"/>
                </a:cubicBezTo>
                <a:cubicBezTo>
                  <a:pt x="408" y="84"/>
                  <a:pt x="408" y="87"/>
                  <a:pt x="426" y="75"/>
                </a:cubicBezTo>
                <a:cubicBezTo>
                  <a:pt x="430" y="52"/>
                  <a:pt x="430" y="45"/>
                  <a:pt x="453" y="39"/>
                </a:cubicBezTo>
                <a:cubicBezTo>
                  <a:pt x="460" y="17"/>
                  <a:pt x="459" y="13"/>
                  <a:pt x="483" y="9"/>
                </a:cubicBezTo>
                <a:cubicBezTo>
                  <a:pt x="497" y="0"/>
                  <a:pt x="499" y="0"/>
                  <a:pt x="516" y="3"/>
                </a:cubicBezTo>
                <a:cubicBezTo>
                  <a:pt x="526" y="18"/>
                  <a:pt x="524" y="36"/>
                  <a:pt x="543" y="42"/>
                </a:cubicBezTo>
                <a:cubicBezTo>
                  <a:pt x="550" y="52"/>
                  <a:pt x="555" y="56"/>
                  <a:pt x="567" y="60"/>
                </a:cubicBezTo>
                <a:cubicBezTo>
                  <a:pt x="573" y="69"/>
                  <a:pt x="585" y="84"/>
                  <a:pt x="594" y="90"/>
                </a:cubicBezTo>
                <a:cubicBezTo>
                  <a:pt x="606" y="126"/>
                  <a:pt x="597" y="117"/>
                  <a:pt x="624" y="135"/>
                </a:cubicBezTo>
                <a:cubicBezTo>
                  <a:pt x="632" y="159"/>
                  <a:pt x="632" y="179"/>
                  <a:pt x="624" y="204"/>
                </a:cubicBezTo>
                <a:cubicBezTo>
                  <a:pt x="628" y="225"/>
                  <a:pt x="631" y="223"/>
                  <a:pt x="651" y="219"/>
                </a:cubicBezTo>
                <a:cubicBezTo>
                  <a:pt x="660" y="191"/>
                  <a:pt x="665" y="232"/>
                  <a:pt x="666" y="237"/>
                </a:cubicBezTo>
                <a:cubicBezTo>
                  <a:pt x="667" y="240"/>
                  <a:pt x="668" y="243"/>
                  <a:pt x="669" y="246"/>
                </a:cubicBezTo>
                <a:cubicBezTo>
                  <a:pt x="670" y="273"/>
                  <a:pt x="668" y="300"/>
                  <a:pt x="672" y="327"/>
                </a:cubicBezTo>
                <a:cubicBezTo>
                  <a:pt x="677" y="361"/>
                  <a:pt x="723" y="375"/>
                  <a:pt x="750" y="378"/>
                </a:cubicBezTo>
                <a:cubicBezTo>
                  <a:pt x="752" y="399"/>
                  <a:pt x="749" y="409"/>
                  <a:pt x="765" y="420"/>
                </a:cubicBezTo>
                <a:cubicBezTo>
                  <a:pt x="772" y="431"/>
                  <a:pt x="784" y="443"/>
                  <a:pt x="795" y="450"/>
                </a:cubicBezTo>
                <a:cubicBezTo>
                  <a:pt x="799" y="462"/>
                  <a:pt x="807" y="465"/>
                  <a:pt x="816" y="474"/>
                </a:cubicBezTo>
                <a:cubicBezTo>
                  <a:pt x="818" y="480"/>
                  <a:pt x="823" y="489"/>
                  <a:pt x="816" y="495"/>
                </a:cubicBezTo>
                <a:cubicBezTo>
                  <a:pt x="811" y="499"/>
                  <a:pt x="798" y="501"/>
                  <a:pt x="798" y="501"/>
                </a:cubicBezTo>
                <a:cubicBezTo>
                  <a:pt x="796" y="507"/>
                  <a:pt x="794" y="513"/>
                  <a:pt x="792" y="519"/>
                </a:cubicBezTo>
                <a:cubicBezTo>
                  <a:pt x="790" y="526"/>
                  <a:pt x="774" y="531"/>
                  <a:pt x="774" y="531"/>
                </a:cubicBezTo>
                <a:cubicBezTo>
                  <a:pt x="742" y="578"/>
                  <a:pt x="681" y="562"/>
                  <a:pt x="630" y="564"/>
                </a:cubicBezTo>
                <a:cubicBezTo>
                  <a:pt x="608" y="571"/>
                  <a:pt x="618" y="568"/>
                  <a:pt x="600" y="573"/>
                </a:cubicBezTo>
                <a:cubicBezTo>
                  <a:pt x="588" y="572"/>
                  <a:pt x="554" y="567"/>
                  <a:pt x="540" y="573"/>
                </a:cubicBezTo>
                <a:cubicBezTo>
                  <a:pt x="534" y="576"/>
                  <a:pt x="524" y="617"/>
                  <a:pt x="519" y="618"/>
                </a:cubicBezTo>
                <a:cubicBezTo>
                  <a:pt x="505" y="622"/>
                  <a:pt x="491" y="620"/>
                  <a:pt x="477" y="621"/>
                </a:cubicBezTo>
                <a:cubicBezTo>
                  <a:pt x="459" y="625"/>
                  <a:pt x="441" y="629"/>
                  <a:pt x="426" y="639"/>
                </a:cubicBezTo>
                <a:cubicBezTo>
                  <a:pt x="427" y="642"/>
                  <a:pt x="431" y="645"/>
                  <a:pt x="429" y="648"/>
                </a:cubicBezTo>
                <a:cubicBezTo>
                  <a:pt x="427" y="651"/>
                  <a:pt x="421" y="649"/>
                  <a:pt x="417" y="651"/>
                </a:cubicBezTo>
                <a:cubicBezTo>
                  <a:pt x="376" y="672"/>
                  <a:pt x="439" y="673"/>
                  <a:pt x="414" y="681"/>
                </a:cubicBezTo>
                <a:cubicBezTo>
                  <a:pt x="410" y="688"/>
                  <a:pt x="444" y="699"/>
                  <a:pt x="429" y="714"/>
                </a:cubicBezTo>
                <a:cubicBezTo>
                  <a:pt x="429" y="720"/>
                  <a:pt x="427" y="721"/>
                  <a:pt x="420" y="720"/>
                </a:cubicBezTo>
                <a:cubicBezTo>
                  <a:pt x="413" y="719"/>
                  <a:pt x="396" y="714"/>
                  <a:pt x="384" y="708"/>
                </a:cubicBezTo>
                <a:cubicBezTo>
                  <a:pt x="372" y="702"/>
                  <a:pt x="360" y="690"/>
                  <a:pt x="348" y="681"/>
                </a:cubicBezTo>
                <a:cubicBezTo>
                  <a:pt x="333" y="676"/>
                  <a:pt x="317" y="667"/>
                  <a:pt x="312" y="651"/>
                </a:cubicBezTo>
                <a:cubicBezTo>
                  <a:pt x="310" y="645"/>
                  <a:pt x="300" y="646"/>
                  <a:pt x="294" y="642"/>
                </a:cubicBezTo>
                <a:cubicBezTo>
                  <a:pt x="285" y="628"/>
                  <a:pt x="278" y="627"/>
                  <a:pt x="261" y="621"/>
                </a:cubicBezTo>
                <a:cubicBezTo>
                  <a:pt x="258" y="620"/>
                  <a:pt x="252" y="618"/>
                  <a:pt x="252" y="618"/>
                </a:cubicBezTo>
                <a:cubicBezTo>
                  <a:pt x="233" y="599"/>
                  <a:pt x="227" y="607"/>
                  <a:pt x="195" y="609"/>
                </a:cubicBezTo>
                <a:cubicBezTo>
                  <a:pt x="163" y="598"/>
                  <a:pt x="209" y="569"/>
                  <a:pt x="168" y="561"/>
                </a:cubicBezTo>
                <a:cubicBezTo>
                  <a:pt x="138" y="516"/>
                  <a:pt x="167" y="526"/>
                  <a:pt x="99" y="516"/>
                </a:cubicBezTo>
                <a:cubicBezTo>
                  <a:pt x="76" y="501"/>
                  <a:pt x="78" y="471"/>
                  <a:pt x="60" y="453"/>
                </a:cubicBezTo>
                <a:cubicBezTo>
                  <a:pt x="53" y="425"/>
                  <a:pt x="33" y="405"/>
                  <a:pt x="24" y="378"/>
                </a:cubicBezTo>
                <a:cubicBezTo>
                  <a:pt x="25" y="357"/>
                  <a:pt x="34" y="304"/>
                  <a:pt x="21" y="279"/>
                </a:cubicBezTo>
                <a:cubicBezTo>
                  <a:pt x="16" y="270"/>
                  <a:pt x="10" y="261"/>
                  <a:pt x="6" y="252"/>
                </a:cubicBezTo>
                <a:cubicBezTo>
                  <a:pt x="3" y="246"/>
                  <a:pt x="0" y="234"/>
                  <a:pt x="0" y="234"/>
                </a:cubicBezTo>
                <a:cubicBezTo>
                  <a:pt x="3" y="197"/>
                  <a:pt x="12" y="207"/>
                  <a:pt x="0" y="195"/>
                </a:cubicBezTo>
                <a:close/>
              </a:path>
            </a:pathLst>
          </a:custGeom>
          <a:solidFill>
            <a:srgbClr val="CC6600"/>
          </a:solidFill>
          <a:ln w="571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637214" y="4254501"/>
            <a:ext cx="1819275" cy="1558925"/>
          </a:xfrm>
          <a:custGeom>
            <a:avLst/>
            <a:gdLst/>
            <a:ahLst/>
            <a:cxnLst>
              <a:cxn ang="0">
                <a:pos x="979" y="828"/>
              </a:cxn>
              <a:cxn ang="0">
                <a:pos x="526" y="805"/>
              </a:cxn>
              <a:cxn ang="0">
                <a:pos x="484" y="812"/>
              </a:cxn>
              <a:cxn ang="0">
                <a:pos x="465" y="843"/>
              </a:cxn>
              <a:cxn ang="0">
                <a:pos x="357" y="831"/>
              </a:cxn>
              <a:cxn ang="0">
                <a:pos x="303" y="812"/>
              </a:cxn>
              <a:cxn ang="0">
                <a:pos x="279" y="834"/>
              </a:cxn>
              <a:cxn ang="0">
                <a:pos x="202" y="824"/>
              </a:cxn>
              <a:cxn ang="0">
                <a:pos x="161" y="881"/>
              </a:cxn>
              <a:cxn ang="0">
                <a:pos x="121" y="951"/>
              </a:cxn>
              <a:cxn ang="0">
                <a:pos x="121" y="739"/>
              </a:cxn>
              <a:cxn ang="0">
                <a:pos x="134" y="666"/>
              </a:cxn>
              <a:cxn ang="0">
                <a:pos x="144" y="508"/>
              </a:cxn>
              <a:cxn ang="0">
                <a:pos x="293" y="464"/>
              </a:cxn>
              <a:cxn ang="0">
                <a:pos x="278" y="342"/>
              </a:cxn>
              <a:cxn ang="0">
                <a:pos x="171" y="309"/>
              </a:cxn>
              <a:cxn ang="0">
                <a:pos x="107" y="242"/>
              </a:cxn>
              <a:cxn ang="0">
                <a:pos x="73" y="201"/>
              </a:cxn>
              <a:cxn ang="0">
                <a:pos x="83" y="154"/>
              </a:cxn>
              <a:cxn ang="0">
                <a:pos x="50" y="59"/>
              </a:cxn>
              <a:cxn ang="0">
                <a:pos x="16" y="5"/>
              </a:cxn>
              <a:cxn ang="0">
                <a:pos x="134" y="59"/>
              </a:cxn>
              <a:cxn ang="0">
                <a:pos x="225" y="94"/>
              </a:cxn>
              <a:cxn ang="0">
                <a:pos x="273" y="53"/>
              </a:cxn>
              <a:cxn ang="0">
                <a:pos x="388" y="88"/>
              </a:cxn>
              <a:cxn ang="0">
                <a:pos x="418" y="116"/>
              </a:cxn>
              <a:cxn ang="0">
                <a:pos x="503" y="198"/>
              </a:cxn>
              <a:cxn ang="0">
                <a:pos x="557" y="224"/>
              </a:cxn>
              <a:cxn ang="0">
                <a:pos x="614" y="246"/>
              </a:cxn>
              <a:cxn ang="0">
                <a:pos x="597" y="587"/>
              </a:cxn>
              <a:cxn ang="0">
                <a:pos x="709" y="669"/>
              </a:cxn>
              <a:cxn ang="0">
                <a:pos x="891" y="676"/>
              </a:cxn>
              <a:cxn ang="0">
                <a:pos x="1006" y="673"/>
              </a:cxn>
              <a:cxn ang="0">
                <a:pos x="1053" y="714"/>
              </a:cxn>
              <a:cxn ang="0">
                <a:pos x="1003" y="821"/>
              </a:cxn>
            </a:cxnLst>
            <a:rect l="0" t="0" r="r" b="b"/>
            <a:pathLst>
              <a:path w="1067" h="952">
                <a:moveTo>
                  <a:pt x="1037" y="818"/>
                </a:moveTo>
                <a:cubicBezTo>
                  <a:pt x="1017" y="821"/>
                  <a:pt x="998" y="824"/>
                  <a:pt x="979" y="828"/>
                </a:cubicBezTo>
                <a:cubicBezTo>
                  <a:pt x="828" y="825"/>
                  <a:pt x="681" y="818"/>
                  <a:pt x="530" y="815"/>
                </a:cubicBezTo>
                <a:cubicBezTo>
                  <a:pt x="528" y="812"/>
                  <a:pt x="530" y="808"/>
                  <a:pt x="526" y="805"/>
                </a:cubicBezTo>
                <a:cubicBezTo>
                  <a:pt x="521" y="801"/>
                  <a:pt x="506" y="799"/>
                  <a:pt x="506" y="799"/>
                </a:cubicBezTo>
                <a:cubicBezTo>
                  <a:pt x="497" y="799"/>
                  <a:pt x="491" y="805"/>
                  <a:pt x="484" y="812"/>
                </a:cubicBezTo>
                <a:cubicBezTo>
                  <a:pt x="479" y="817"/>
                  <a:pt x="481" y="822"/>
                  <a:pt x="478" y="827"/>
                </a:cubicBezTo>
                <a:cubicBezTo>
                  <a:pt x="475" y="832"/>
                  <a:pt x="472" y="839"/>
                  <a:pt x="465" y="843"/>
                </a:cubicBezTo>
                <a:cubicBezTo>
                  <a:pt x="461" y="852"/>
                  <a:pt x="445" y="848"/>
                  <a:pt x="435" y="850"/>
                </a:cubicBezTo>
                <a:cubicBezTo>
                  <a:pt x="352" y="843"/>
                  <a:pt x="424" y="838"/>
                  <a:pt x="357" y="831"/>
                </a:cubicBezTo>
                <a:cubicBezTo>
                  <a:pt x="345" y="827"/>
                  <a:pt x="335" y="823"/>
                  <a:pt x="323" y="818"/>
                </a:cubicBezTo>
                <a:cubicBezTo>
                  <a:pt x="317" y="815"/>
                  <a:pt x="303" y="812"/>
                  <a:pt x="303" y="812"/>
                </a:cubicBezTo>
                <a:cubicBezTo>
                  <a:pt x="297" y="812"/>
                  <a:pt x="305" y="829"/>
                  <a:pt x="301" y="833"/>
                </a:cubicBezTo>
                <a:cubicBezTo>
                  <a:pt x="297" y="837"/>
                  <a:pt x="286" y="833"/>
                  <a:pt x="279" y="834"/>
                </a:cubicBezTo>
                <a:cubicBezTo>
                  <a:pt x="275" y="840"/>
                  <a:pt x="264" y="836"/>
                  <a:pt x="256" y="837"/>
                </a:cubicBezTo>
                <a:cubicBezTo>
                  <a:pt x="235" y="831"/>
                  <a:pt x="223" y="828"/>
                  <a:pt x="202" y="824"/>
                </a:cubicBezTo>
                <a:cubicBezTo>
                  <a:pt x="193" y="819"/>
                  <a:pt x="171" y="812"/>
                  <a:pt x="171" y="812"/>
                </a:cubicBezTo>
                <a:cubicBezTo>
                  <a:pt x="152" y="839"/>
                  <a:pt x="170" y="810"/>
                  <a:pt x="161" y="881"/>
                </a:cubicBezTo>
                <a:cubicBezTo>
                  <a:pt x="159" y="899"/>
                  <a:pt x="145" y="913"/>
                  <a:pt x="137" y="929"/>
                </a:cubicBezTo>
                <a:cubicBezTo>
                  <a:pt x="126" y="952"/>
                  <a:pt x="139" y="946"/>
                  <a:pt x="121" y="951"/>
                </a:cubicBezTo>
                <a:cubicBezTo>
                  <a:pt x="106" y="931"/>
                  <a:pt x="105" y="928"/>
                  <a:pt x="100" y="904"/>
                </a:cubicBezTo>
                <a:cubicBezTo>
                  <a:pt x="103" y="851"/>
                  <a:pt x="103" y="791"/>
                  <a:pt x="121" y="739"/>
                </a:cubicBezTo>
                <a:cubicBezTo>
                  <a:pt x="118" y="733"/>
                  <a:pt x="112" y="727"/>
                  <a:pt x="110" y="720"/>
                </a:cubicBezTo>
                <a:cubicBezTo>
                  <a:pt x="108" y="700"/>
                  <a:pt x="116" y="677"/>
                  <a:pt x="134" y="666"/>
                </a:cubicBezTo>
                <a:cubicBezTo>
                  <a:pt x="159" y="632"/>
                  <a:pt x="143" y="608"/>
                  <a:pt x="141" y="556"/>
                </a:cubicBezTo>
                <a:cubicBezTo>
                  <a:pt x="142" y="540"/>
                  <a:pt x="139" y="523"/>
                  <a:pt x="144" y="508"/>
                </a:cubicBezTo>
                <a:cubicBezTo>
                  <a:pt x="146" y="501"/>
                  <a:pt x="158" y="500"/>
                  <a:pt x="165" y="496"/>
                </a:cubicBezTo>
                <a:cubicBezTo>
                  <a:pt x="206" y="469"/>
                  <a:pt x="242" y="466"/>
                  <a:pt x="293" y="464"/>
                </a:cubicBezTo>
                <a:cubicBezTo>
                  <a:pt x="313" y="435"/>
                  <a:pt x="323" y="384"/>
                  <a:pt x="290" y="363"/>
                </a:cubicBezTo>
                <a:cubicBezTo>
                  <a:pt x="263" y="325"/>
                  <a:pt x="309" y="376"/>
                  <a:pt x="278" y="342"/>
                </a:cubicBezTo>
                <a:cubicBezTo>
                  <a:pt x="270" y="333"/>
                  <a:pt x="264" y="322"/>
                  <a:pt x="252" y="318"/>
                </a:cubicBezTo>
                <a:cubicBezTo>
                  <a:pt x="213" y="306"/>
                  <a:pt x="239" y="312"/>
                  <a:pt x="171" y="309"/>
                </a:cubicBezTo>
                <a:cubicBezTo>
                  <a:pt x="165" y="307"/>
                  <a:pt x="155" y="308"/>
                  <a:pt x="151" y="303"/>
                </a:cubicBezTo>
                <a:cubicBezTo>
                  <a:pt x="136" y="283"/>
                  <a:pt x="122" y="263"/>
                  <a:pt x="107" y="242"/>
                </a:cubicBezTo>
                <a:cubicBezTo>
                  <a:pt x="98" y="230"/>
                  <a:pt x="92" y="216"/>
                  <a:pt x="77" y="211"/>
                </a:cubicBezTo>
                <a:cubicBezTo>
                  <a:pt x="75" y="208"/>
                  <a:pt x="75" y="203"/>
                  <a:pt x="73" y="201"/>
                </a:cubicBezTo>
                <a:cubicBezTo>
                  <a:pt x="71" y="198"/>
                  <a:pt x="64" y="199"/>
                  <a:pt x="63" y="195"/>
                </a:cubicBezTo>
                <a:cubicBezTo>
                  <a:pt x="59" y="175"/>
                  <a:pt x="68" y="163"/>
                  <a:pt x="83" y="154"/>
                </a:cubicBezTo>
                <a:cubicBezTo>
                  <a:pt x="95" y="123"/>
                  <a:pt x="95" y="131"/>
                  <a:pt x="87" y="84"/>
                </a:cubicBezTo>
                <a:cubicBezTo>
                  <a:pt x="85" y="71"/>
                  <a:pt x="50" y="59"/>
                  <a:pt x="50" y="59"/>
                </a:cubicBezTo>
                <a:cubicBezTo>
                  <a:pt x="42" y="47"/>
                  <a:pt x="26" y="39"/>
                  <a:pt x="12" y="31"/>
                </a:cubicBezTo>
                <a:cubicBezTo>
                  <a:pt x="5" y="8"/>
                  <a:pt x="0" y="16"/>
                  <a:pt x="16" y="5"/>
                </a:cubicBezTo>
                <a:cubicBezTo>
                  <a:pt x="131" y="11"/>
                  <a:pt x="56" y="0"/>
                  <a:pt x="110" y="34"/>
                </a:cubicBezTo>
                <a:cubicBezTo>
                  <a:pt x="126" y="56"/>
                  <a:pt x="117" y="48"/>
                  <a:pt x="134" y="59"/>
                </a:cubicBezTo>
                <a:cubicBezTo>
                  <a:pt x="142" y="70"/>
                  <a:pt x="146" y="85"/>
                  <a:pt x="157" y="92"/>
                </a:cubicBezTo>
                <a:cubicBezTo>
                  <a:pt x="173" y="114"/>
                  <a:pt x="194" y="96"/>
                  <a:pt x="225" y="94"/>
                </a:cubicBezTo>
                <a:cubicBezTo>
                  <a:pt x="240" y="84"/>
                  <a:pt x="232" y="77"/>
                  <a:pt x="242" y="65"/>
                </a:cubicBezTo>
                <a:cubicBezTo>
                  <a:pt x="249" y="57"/>
                  <a:pt x="273" y="53"/>
                  <a:pt x="273" y="53"/>
                </a:cubicBezTo>
                <a:cubicBezTo>
                  <a:pt x="315" y="56"/>
                  <a:pt x="321" y="60"/>
                  <a:pt x="357" y="72"/>
                </a:cubicBezTo>
                <a:cubicBezTo>
                  <a:pt x="375" y="77"/>
                  <a:pt x="364" y="73"/>
                  <a:pt x="388" y="88"/>
                </a:cubicBezTo>
                <a:cubicBezTo>
                  <a:pt x="391" y="90"/>
                  <a:pt x="398" y="94"/>
                  <a:pt x="398" y="94"/>
                </a:cubicBezTo>
                <a:cubicBezTo>
                  <a:pt x="402" y="106"/>
                  <a:pt x="404" y="112"/>
                  <a:pt x="418" y="116"/>
                </a:cubicBezTo>
                <a:cubicBezTo>
                  <a:pt x="466" y="104"/>
                  <a:pt x="450" y="143"/>
                  <a:pt x="465" y="167"/>
                </a:cubicBezTo>
                <a:cubicBezTo>
                  <a:pt x="470" y="173"/>
                  <a:pt x="496" y="194"/>
                  <a:pt x="503" y="198"/>
                </a:cubicBezTo>
                <a:cubicBezTo>
                  <a:pt x="513" y="213"/>
                  <a:pt x="518" y="225"/>
                  <a:pt x="536" y="230"/>
                </a:cubicBezTo>
                <a:cubicBezTo>
                  <a:pt x="543" y="228"/>
                  <a:pt x="550" y="226"/>
                  <a:pt x="557" y="224"/>
                </a:cubicBezTo>
                <a:cubicBezTo>
                  <a:pt x="560" y="222"/>
                  <a:pt x="567" y="220"/>
                  <a:pt x="567" y="220"/>
                </a:cubicBezTo>
                <a:cubicBezTo>
                  <a:pt x="594" y="224"/>
                  <a:pt x="605" y="221"/>
                  <a:pt x="614" y="246"/>
                </a:cubicBezTo>
                <a:cubicBezTo>
                  <a:pt x="613" y="303"/>
                  <a:pt x="601" y="346"/>
                  <a:pt x="617" y="394"/>
                </a:cubicBezTo>
                <a:cubicBezTo>
                  <a:pt x="614" y="460"/>
                  <a:pt x="605" y="523"/>
                  <a:pt x="597" y="587"/>
                </a:cubicBezTo>
                <a:cubicBezTo>
                  <a:pt x="601" y="659"/>
                  <a:pt x="581" y="653"/>
                  <a:pt x="634" y="660"/>
                </a:cubicBezTo>
                <a:cubicBezTo>
                  <a:pt x="672" y="672"/>
                  <a:pt x="648" y="666"/>
                  <a:pt x="709" y="669"/>
                </a:cubicBezTo>
                <a:cubicBezTo>
                  <a:pt x="748" y="675"/>
                  <a:pt x="770" y="675"/>
                  <a:pt x="813" y="673"/>
                </a:cubicBezTo>
                <a:cubicBezTo>
                  <a:pt x="827" y="654"/>
                  <a:pt x="870" y="673"/>
                  <a:pt x="891" y="676"/>
                </a:cubicBezTo>
                <a:cubicBezTo>
                  <a:pt x="915" y="674"/>
                  <a:pt x="924" y="675"/>
                  <a:pt x="942" y="663"/>
                </a:cubicBezTo>
                <a:cubicBezTo>
                  <a:pt x="968" y="665"/>
                  <a:pt x="982" y="668"/>
                  <a:pt x="1006" y="673"/>
                </a:cubicBezTo>
                <a:cubicBezTo>
                  <a:pt x="1025" y="671"/>
                  <a:pt x="1051" y="659"/>
                  <a:pt x="1057" y="676"/>
                </a:cubicBezTo>
                <a:cubicBezTo>
                  <a:pt x="1056" y="688"/>
                  <a:pt x="1056" y="701"/>
                  <a:pt x="1053" y="714"/>
                </a:cubicBezTo>
                <a:cubicBezTo>
                  <a:pt x="1052" y="720"/>
                  <a:pt x="1047" y="733"/>
                  <a:pt x="1047" y="733"/>
                </a:cubicBezTo>
                <a:cubicBezTo>
                  <a:pt x="1043" y="808"/>
                  <a:pt x="1067" y="821"/>
                  <a:pt x="1003" y="821"/>
                </a:cubicBezTo>
              </a:path>
            </a:pathLst>
          </a:custGeom>
          <a:solidFill>
            <a:srgbClr val="99CC00"/>
          </a:solidFill>
          <a:ln w="571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5848351" y="5562601"/>
            <a:ext cx="1584325" cy="917575"/>
          </a:xfrm>
          <a:custGeom>
            <a:avLst/>
            <a:gdLst/>
            <a:ahLst/>
            <a:cxnLst>
              <a:cxn ang="0">
                <a:pos x="929" y="15"/>
              </a:cxn>
              <a:cxn ang="0">
                <a:pos x="895" y="125"/>
              </a:cxn>
              <a:cxn ang="0">
                <a:pos x="872" y="195"/>
              </a:cxn>
              <a:cxn ang="0">
                <a:pos x="861" y="239"/>
              </a:cxn>
              <a:cxn ang="0">
                <a:pos x="848" y="258"/>
              </a:cxn>
              <a:cxn ang="0">
                <a:pos x="821" y="349"/>
              </a:cxn>
              <a:cxn ang="0">
                <a:pos x="794" y="390"/>
              </a:cxn>
              <a:cxn ang="0">
                <a:pos x="784" y="384"/>
              </a:cxn>
              <a:cxn ang="0">
                <a:pos x="777" y="365"/>
              </a:cxn>
              <a:cxn ang="0">
                <a:pos x="757" y="337"/>
              </a:cxn>
              <a:cxn ang="0">
                <a:pos x="747" y="318"/>
              </a:cxn>
              <a:cxn ang="0">
                <a:pos x="723" y="321"/>
              </a:cxn>
              <a:cxn ang="0">
                <a:pos x="696" y="318"/>
              </a:cxn>
              <a:cxn ang="0">
                <a:pos x="527" y="321"/>
              </a:cxn>
              <a:cxn ang="0">
                <a:pos x="483" y="324"/>
              </a:cxn>
              <a:cxn ang="0">
                <a:pos x="429" y="315"/>
              </a:cxn>
              <a:cxn ang="0">
                <a:pos x="402" y="346"/>
              </a:cxn>
              <a:cxn ang="0">
                <a:pos x="372" y="419"/>
              </a:cxn>
              <a:cxn ang="0">
                <a:pos x="328" y="504"/>
              </a:cxn>
              <a:cxn ang="0">
                <a:pos x="304" y="561"/>
              </a:cxn>
              <a:cxn ang="0">
                <a:pos x="284" y="526"/>
              </a:cxn>
              <a:cxn ang="0">
                <a:pos x="257" y="469"/>
              </a:cxn>
              <a:cxn ang="0">
                <a:pos x="233" y="387"/>
              </a:cxn>
              <a:cxn ang="0">
                <a:pos x="189" y="375"/>
              </a:cxn>
              <a:cxn ang="0">
                <a:pos x="81" y="337"/>
              </a:cxn>
              <a:cxn ang="0">
                <a:pos x="41" y="330"/>
              </a:cxn>
              <a:cxn ang="0">
                <a:pos x="34" y="312"/>
              </a:cxn>
              <a:cxn ang="0">
                <a:pos x="24" y="305"/>
              </a:cxn>
              <a:cxn ang="0">
                <a:pos x="0" y="277"/>
              </a:cxn>
              <a:cxn ang="0">
                <a:pos x="3" y="251"/>
              </a:cxn>
              <a:cxn ang="0">
                <a:pos x="14" y="248"/>
              </a:cxn>
              <a:cxn ang="0">
                <a:pos x="34" y="210"/>
              </a:cxn>
              <a:cxn ang="0">
                <a:pos x="34" y="113"/>
              </a:cxn>
              <a:cxn ang="0">
                <a:pos x="47" y="75"/>
              </a:cxn>
              <a:cxn ang="0">
                <a:pos x="54" y="56"/>
              </a:cxn>
              <a:cxn ang="0">
                <a:pos x="68" y="15"/>
              </a:cxn>
              <a:cxn ang="0">
                <a:pos x="108" y="30"/>
              </a:cxn>
              <a:cxn ang="0">
                <a:pos x="139" y="40"/>
              </a:cxn>
              <a:cxn ang="0">
                <a:pos x="172" y="37"/>
              </a:cxn>
              <a:cxn ang="0">
                <a:pos x="186" y="18"/>
              </a:cxn>
              <a:cxn ang="0">
                <a:pos x="196" y="15"/>
              </a:cxn>
              <a:cxn ang="0">
                <a:pos x="220" y="18"/>
              </a:cxn>
              <a:cxn ang="0">
                <a:pos x="240" y="24"/>
              </a:cxn>
              <a:cxn ang="0">
                <a:pos x="270" y="40"/>
              </a:cxn>
              <a:cxn ang="0">
                <a:pos x="291" y="46"/>
              </a:cxn>
              <a:cxn ang="0">
                <a:pos x="358" y="43"/>
              </a:cxn>
              <a:cxn ang="0">
                <a:pos x="365" y="18"/>
              </a:cxn>
              <a:cxn ang="0">
                <a:pos x="395" y="2"/>
              </a:cxn>
              <a:cxn ang="0">
                <a:pos x="420" y="16"/>
              </a:cxn>
              <a:cxn ang="0">
                <a:pos x="534" y="21"/>
              </a:cxn>
              <a:cxn ang="0">
                <a:pos x="576" y="25"/>
              </a:cxn>
              <a:cxn ang="0">
                <a:pos x="612" y="25"/>
              </a:cxn>
              <a:cxn ang="0">
                <a:pos x="675" y="28"/>
              </a:cxn>
              <a:cxn ang="0">
                <a:pos x="706" y="21"/>
              </a:cxn>
              <a:cxn ang="0">
                <a:pos x="824" y="24"/>
              </a:cxn>
              <a:cxn ang="0">
                <a:pos x="845" y="30"/>
              </a:cxn>
              <a:cxn ang="0">
                <a:pos x="929" y="15"/>
              </a:cxn>
            </a:cxnLst>
            <a:rect l="0" t="0" r="r" b="b"/>
            <a:pathLst>
              <a:path w="929" h="561">
                <a:moveTo>
                  <a:pt x="929" y="15"/>
                </a:moveTo>
                <a:cubicBezTo>
                  <a:pt x="926" y="42"/>
                  <a:pt x="921" y="108"/>
                  <a:pt x="895" y="125"/>
                </a:cubicBezTo>
                <a:cubicBezTo>
                  <a:pt x="891" y="148"/>
                  <a:pt x="886" y="175"/>
                  <a:pt x="872" y="195"/>
                </a:cubicBezTo>
                <a:cubicBezTo>
                  <a:pt x="868" y="208"/>
                  <a:pt x="869" y="226"/>
                  <a:pt x="861" y="239"/>
                </a:cubicBezTo>
                <a:cubicBezTo>
                  <a:pt x="857" y="245"/>
                  <a:pt x="848" y="258"/>
                  <a:pt x="848" y="258"/>
                </a:cubicBezTo>
                <a:cubicBezTo>
                  <a:pt x="841" y="289"/>
                  <a:pt x="832" y="319"/>
                  <a:pt x="821" y="349"/>
                </a:cubicBezTo>
                <a:cubicBezTo>
                  <a:pt x="815" y="366"/>
                  <a:pt x="813" y="384"/>
                  <a:pt x="794" y="390"/>
                </a:cubicBezTo>
                <a:cubicBezTo>
                  <a:pt x="790" y="388"/>
                  <a:pt x="786" y="387"/>
                  <a:pt x="784" y="384"/>
                </a:cubicBezTo>
                <a:cubicBezTo>
                  <a:pt x="780" y="379"/>
                  <a:pt x="781" y="370"/>
                  <a:pt x="777" y="365"/>
                </a:cubicBezTo>
                <a:cubicBezTo>
                  <a:pt x="770" y="356"/>
                  <a:pt x="760" y="347"/>
                  <a:pt x="757" y="337"/>
                </a:cubicBezTo>
                <a:cubicBezTo>
                  <a:pt x="754" y="332"/>
                  <a:pt x="752" y="321"/>
                  <a:pt x="747" y="318"/>
                </a:cubicBezTo>
                <a:cubicBezTo>
                  <a:pt x="738" y="313"/>
                  <a:pt x="733" y="324"/>
                  <a:pt x="723" y="321"/>
                </a:cubicBezTo>
                <a:cubicBezTo>
                  <a:pt x="720" y="320"/>
                  <a:pt x="696" y="318"/>
                  <a:pt x="696" y="318"/>
                </a:cubicBezTo>
                <a:cubicBezTo>
                  <a:pt x="615" y="320"/>
                  <a:pt x="593" y="313"/>
                  <a:pt x="527" y="321"/>
                </a:cubicBezTo>
                <a:cubicBezTo>
                  <a:pt x="510" y="332"/>
                  <a:pt x="502" y="330"/>
                  <a:pt x="483" y="324"/>
                </a:cubicBezTo>
                <a:cubicBezTo>
                  <a:pt x="468" y="304"/>
                  <a:pt x="457" y="313"/>
                  <a:pt x="429" y="315"/>
                </a:cubicBezTo>
                <a:cubicBezTo>
                  <a:pt x="422" y="340"/>
                  <a:pt x="423" y="333"/>
                  <a:pt x="402" y="346"/>
                </a:cubicBezTo>
                <a:cubicBezTo>
                  <a:pt x="386" y="368"/>
                  <a:pt x="382" y="395"/>
                  <a:pt x="372" y="419"/>
                </a:cubicBezTo>
                <a:cubicBezTo>
                  <a:pt x="360" y="448"/>
                  <a:pt x="338" y="475"/>
                  <a:pt x="328" y="504"/>
                </a:cubicBezTo>
                <a:cubicBezTo>
                  <a:pt x="324" y="523"/>
                  <a:pt x="327" y="554"/>
                  <a:pt x="304" y="561"/>
                </a:cubicBezTo>
                <a:cubicBezTo>
                  <a:pt x="297" y="543"/>
                  <a:pt x="300" y="536"/>
                  <a:pt x="284" y="526"/>
                </a:cubicBezTo>
                <a:cubicBezTo>
                  <a:pt x="274" y="512"/>
                  <a:pt x="263" y="487"/>
                  <a:pt x="257" y="469"/>
                </a:cubicBezTo>
                <a:cubicBezTo>
                  <a:pt x="254" y="456"/>
                  <a:pt x="243" y="400"/>
                  <a:pt x="233" y="387"/>
                </a:cubicBezTo>
                <a:cubicBezTo>
                  <a:pt x="224" y="377"/>
                  <a:pt x="200" y="376"/>
                  <a:pt x="189" y="375"/>
                </a:cubicBezTo>
                <a:cubicBezTo>
                  <a:pt x="159" y="356"/>
                  <a:pt x="117" y="341"/>
                  <a:pt x="81" y="337"/>
                </a:cubicBezTo>
                <a:cubicBezTo>
                  <a:pt x="68" y="333"/>
                  <a:pt x="52" y="338"/>
                  <a:pt x="41" y="330"/>
                </a:cubicBezTo>
                <a:cubicBezTo>
                  <a:pt x="35" y="327"/>
                  <a:pt x="36" y="318"/>
                  <a:pt x="34" y="312"/>
                </a:cubicBezTo>
                <a:cubicBezTo>
                  <a:pt x="33" y="308"/>
                  <a:pt x="27" y="307"/>
                  <a:pt x="24" y="305"/>
                </a:cubicBezTo>
                <a:cubicBezTo>
                  <a:pt x="17" y="295"/>
                  <a:pt x="7" y="287"/>
                  <a:pt x="0" y="277"/>
                </a:cubicBezTo>
                <a:cubicBezTo>
                  <a:pt x="1" y="268"/>
                  <a:pt x="0" y="259"/>
                  <a:pt x="3" y="251"/>
                </a:cubicBezTo>
                <a:cubicBezTo>
                  <a:pt x="5" y="248"/>
                  <a:pt x="11" y="250"/>
                  <a:pt x="14" y="248"/>
                </a:cubicBezTo>
                <a:cubicBezTo>
                  <a:pt x="23" y="240"/>
                  <a:pt x="29" y="222"/>
                  <a:pt x="34" y="210"/>
                </a:cubicBezTo>
                <a:cubicBezTo>
                  <a:pt x="32" y="176"/>
                  <a:pt x="27" y="146"/>
                  <a:pt x="34" y="113"/>
                </a:cubicBezTo>
                <a:cubicBezTo>
                  <a:pt x="36" y="100"/>
                  <a:pt x="43" y="86"/>
                  <a:pt x="47" y="75"/>
                </a:cubicBezTo>
                <a:cubicBezTo>
                  <a:pt x="50" y="68"/>
                  <a:pt x="54" y="56"/>
                  <a:pt x="54" y="56"/>
                </a:cubicBezTo>
                <a:cubicBezTo>
                  <a:pt x="55" y="41"/>
                  <a:pt x="52" y="15"/>
                  <a:pt x="68" y="15"/>
                </a:cubicBezTo>
                <a:cubicBezTo>
                  <a:pt x="83" y="15"/>
                  <a:pt x="95" y="25"/>
                  <a:pt x="108" y="30"/>
                </a:cubicBezTo>
                <a:cubicBezTo>
                  <a:pt x="118" y="35"/>
                  <a:pt x="139" y="40"/>
                  <a:pt x="139" y="40"/>
                </a:cubicBezTo>
                <a:cubicBezTo>
                  <a:pt x="150" y="39"/>
                  <a:pt x="162" y="41"/>
                  <a:pt x="172" y="37"/>
                </a:cubicBezTo>
                <a:cubicBezTo>
                  <a:pt x="179" y="34"/>
                  <a:pt x="178" y="20"/>
                  <a:pt x="186" y="18"/>
                </a:cubicBezTo>
                <a:cubicBezTo>
                  <a:pt x="189" y="17"/>
                  <a:pt x="193" y="16"/>
                  <a:pt x="196" y="15"/>
                </a:cubicBezTo>
                <a:cubicBezTo>
                  <a:pt x="204" y="16"/>
                  <a:pt x="212" y="16"/>
                  <a:pt x="220" y="18"/>
                </a:cubicBezTo>
                <a:cubicBezTo>
                  <a:pt x="226" y="19"/>
                  <a:pt x="240" y="24"/>
                  <a:pt x="240" y="24"/>
                </a:cubicBezTo>
                <a:cubicBezTo>
                  <a:pt x="254" y="38"/>
                  <a:pt x="245" y="33"/>
                  <a:pt x="270" y="40"/>
                </a:cubicBezTo>
                <a:cubicBezTo>
                  <a:pt x="277" y="42"/>
                  <a:pt x="291" y="46"/>
                  <a:pt x="291" y="46"/>
                </a:cubicBezTo>
                <a:cubicBezTo>
                  <a:pt x="313" y="45"/>
                  <a:pt x="337" y="49"/>
                  <a:pt x="358" y="43"/>
                </a:cubicBezTo>
                <a:cubicBezTo>
                  <a:pt x="359" y="43"/>
                  <a:pt x="361" y="21"/>
                  <a:pt x="365" y="18"/>
                </a:cubicBezTo>
                <a:cubicBezTo>
                  <a:pt x="376" y="7"/>
                  <a:pt x="383" y="6"/>
                  <a:pt x="395" y="2"/>
                </a:cubicBezTo>
                <a:cubicBezTo>
                  <a:pt x="405" y="0"/>
                  <a:pt x="397" y="13"/>
                  <a:pt x="420" y="16"/>
                </a:cubicBezTo>
                <a:cubicBezTo>
                  <a:pt x="443" y="19"/>
                  <a:pt x="508" y="19"/>
                  <a:pt x="534" y="21"/>
                </a:cubicBezTo>
                <a:cubicBezTo>
                  <a:pt x="545" y="23"/>
                  <a:pt x="564" y="23"/>
                  <a:pt x="576" y="25"/>
                </a:cubicBezTo>
                <a:cubicBezTo>
                  <a:pt x="591" y="28"/>
                  <a:pt x="612" y="25"/>
                  <a:pt x="612" y="25"/>
                </a:cubicBezTo>
                <a:cubicBezTo>
                  <a:pt x="632" y="24"/>
                  <a:pt x="654" y="31"/>
                  <a:pt x="675" y="28"/>
                </a:cubicBezTo>
                <a:cubicBezTo>
                  <a:pt x="685" y="27"/>
                  <a:pt x="706" y="21"/>
                  <a:pt x="706" y="21"/>
                </a:cubicBezTo>
                <a:cubicBezTo>
                  <a:pt x="745" y="22"/>
                  <a:pt x="785" y="21"/>
                  <a:pt x="824" y="24"/>
                </a:cubicBezTo>
                <a:cubicBezTo>
                  <a:pt x="831" y="24"/>
                  <a:pt x="845" y="30"/>
                  <a:pt x="845" y="30"/>
                </a:cubicBezTo>
                <a:cubicBezTo>
                  <a:pt x="885" y="27"/>
                  <a:pt x="895" y="22"/>
                  <a:pt x="929" y="15"/>
                </a:cubicBezTo>
                <a:close/>
              </a:path>
            </a:pathLst>
          </a:custGeom>
          <a:solidFill>
            <a:srgbClr val="FFFF00"/>
          </a:solidFill>
          <a:ln w="571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4146551" y="4005264"/>
            <a:ext cx="2041525" cy="2547937"/>
          </a:xfrm>
          <a:custGeom>
            <a:avLst/>
            <a:gdLst/>
            <a:ahLst/>
            <a:cxnLst>
              <a:cxn ang="0">
                <a:pos x="960" y="130"/>
              </a:cxn>
              <a:cxn ang="0">
                <a:pos x="884" y="71"/>
              </a:cxn>
              <a:cxn ang="0">
                <a:pos x="771" y="7"/>
              </a:cxn>
              <a:cxn ang="0">
                <a:pos x="694" y="45"/>
              </a:cxn>
              <a:cxn ang="0">
                <a:pos x="591" y="100"/>
              </a:cxn>
              <a:cxn ang="0">
                <a:pos x="676" y="261"/>
              </a:cxn>
              <a:cxn ang="0">
                <a:pos x="721" y="315"/>
              </a:cxn>
              <a:cxn ang="0">
                <a:pos x="771" y="412"/>
              </a:cxn>
              <a:cxn ang="0">
                <a:pos x="701" y="450"/>
              </a:cxn>
              <a:cxn ang="0">
                <a:pos x="518" y="474"/>
              </a:cxn>
              <a:cxn ang="0">
                <a:pos x="473" y="484"/>
              </a:cxn>
              <a:cxn ang="0">
                <a:pos x="410" y="535"/>
              </a:cxn>
              <a:cxn ang="0">
                <a:pos x="307" y="581"/>
              </a:cxn>
              <a:cxn ang="0">
                <a:pos x="338" y="628"/>
              </a:cxn>
              <a:cxn ang="0">
                <a:pos x="266" y="615"/>
              </a:cxn>
              <a:cxn ang="0">
                <a:pos x="158" y="531"/>
              </a:cxn>
              <a:cxn ang="0">
                <a:pos x="72" y="514"/>
              </a:cxn>
              <a:cxn ang="0">
                <a:pos x="32" y="594"/>
              </a:cxn>
              <a:cxn ang="0">
                <a:pos x="59" y="661"/>
              </a:cxn>
              <a:cxn ang="0">
                <a:pos x="23" y="699"/>
              </a:cxn>
              <a:cxn ang="0">
                <a:pos x="14" y="767"/>
              </a:cxn>
              <a:cxn ang="0">
                <a:pos x="0" y="822"/>
              </a:cxn>
              <a:cxn ang="0">
                <a:pos x="27" y="839"/>
              </a:cxn>
              <a:cxn ang="0">
                <a:pos x="72" y="915"/>
              </a:cxn>
              <a:cxn ang="0">
                <a:pos x="90" y="999"/>
              </a:cxn>
              <a:cxn ang="0">
                <a:pos x="176" y="1159"/>
              </a:cxn>
              <a:cxn ang="0">
                <a:pos x="230" y="1265"/>
              </a:cxn>
              <a:cxn ang="0">
                <a:pos x="271" y="1375"/>
              </a:cxn>
              <a:cxn ang="0">
                <a:pos x="320" y="1518"/>
              </a:cxn>
              <a:cxn ang="0">
                <a:pos x="455" y="1543"/>
              </a:cxn>
              <a:cxn ang="0">
                <a:pos x="496" y="1518"/>
              </a:cxn>
              <a:cxn ang="0">
                <a:pos x="523" y="1455"/>
              </a:cxn>
              <a:cxn ang="0">
                <a:pos x="591" y="1417"/>
              </a:cxn>
              <a:cxn ang="0">
                <a:pos x="600" y="1358"/>
              </a:cxn>
              <a:cxn ang="0">
                <a:pos x="694" y="1303"/>
              </a:cxn>
              <a:cxn ang="0">
                <a:pos x="762" y="1210"/>
              </a:cxn>
              <a:cxn ang="0">
                <a:pos x="807" y="1231"/>
              </a:cxn>
              <a:cxn ang="0">
                <a:pos x="902" y="1261"/>
              </a:cxn>
              <a:cxn ang="0">
                <a:pos x="1015" y="1261"/>
              </a:cxn>
              <a:cxn ang="0">
                <a:pos x="1005" y="1197"/>
              </a:cxn>
              <a:cxn ang="0">
                <a:pos x="1024" y="1159"/>
              </a:cxn>
              <a:cxn ang="0">
                <a:pos x="1037" y="1121"/>
              </a:cxn>
              <a:cxn ang="0">
                <a:pos x="996" y="936"/>
              </a:cxn>
              <a:cxn ang="0">
                <a:pos x="1019" y="822"/>
              </a:cxn>
              <a:cxn ang="0">
                <a:pos x="1037" y="763"/>
              </a:cxn>
              <a:cxn ang="0">
                <a:pos x="1177" y="615"/>
              </a:cxn>
              <a:cxn ang="0">
                <a:pos x="1158" y="514"/>
              </a:cxn>
              <a:cxn ang="0">
                <a:pos x="1032" y="454"/>
              </a:cxn>
              <a:cxn ang="0">
                <a:pos x="960" y="358"/>
              </a:cxn>
              <a:cxn ang="0">
                <a:pos x="969" y="277"/>
              </a:cxn>
              <a:cxn ang="0">
                <a:pos x="965" y="231"/>
              </a:cxn>
              <a:cxn ang="0">
                <a:pos x="890" y="159"/>
              </a:cxn>
              <a:cxn ang="0">
                <a:pos x="947" y="121"/>
              </a:cxn>
            </a:cxnLst>
            <a:rect l="0" t="0" r="r" b="b"/>
            <a:pathLst>
              <a:path w="1196" h="1555">
                <a:moveTo>
                  <a:pt x="956" y="155"/>
                </a:moveTo>
                <a:cubicBezTo>
                  <a:pt x="960" y="149"/>
                  <a:pt x="973" y="138"/>
                  <a:pt x="960" y="130"/>
                </a:cubicBezTo>
                <a:cubicBezTo>
                  <a:pt x="953" y="124"/>
                  <a:pt x="933" y="121"/>
                  <a:pt x="933" y="121"/>
                </a:cubicBezTo>
                <a:cubicBezTo>
                  <a:pt x="922" y="90"/>
                  <a:pt x="914" y="90"/>
                  <a:pt x="884" y="71"/>
                </a:cubicBezTo>
                <a:cubicBezTo>
                  <a:pt x="875" y="65"/>
                  <a:pt x="857" y="54"/>
                  <a:pt x="857" y="54"/>
                </a:cubicBezTo>
                <a:cubicBezTo>
                  <a:pt x="825" y="9"/>
                  <a:pt x="832" y="13"/>
                  <a:pt x="771" y="7"/>
                </a:cubicBezTo>
                <a:cubicBezTo>
                  <a:pt x="721" y="13"/>
                  <a:pt x="735" y="0"/>
                  <a:pt x="721" y="37"/>
                </a:cubicBezTo>
                <a:cubicBezTo>
                  <a:pt x="718" y="45"/>
                  <a:pt x="703" y="42"/>
                  <a:pt x="694" y="45"/>
                </a:cubicBezTo>
                <a:cubicBezTo>
                  <a:pt x="675" y="52"/>
                  <a:pt x="656" y="58"/>
                  <a:pt x="636" y="62"/>
                </a:cubicBezTo>
                <a:cubicBezTo>
                  <a:pt x="626" y="77"/>
                  <a:pt x="609" y="95"/>
                  <a:pt x="591" y="100"/>
                </a:cubicBezTo>
                <a:cubicBezTo>
                  <a:pt x="595" y="114"/>
                  <a:pt x="604" y="124"/>
                  <a:pt x="609" y="138"/>
                </a:cubicBezTo>
                <a:cubicBezTo>
                  <a:pt x="613" y="209"/>
                  <a:pt x="603" y="244"/>
                  <a:pt x="676" y="261"/>
                </a:cubicBezTo>
                <a:cubicBezTo>
                  <a:pt x="684" y="272"/>
                  <a:pt x="682" y="291"/>
                  <a:pt x="694" y="299"/>
                </a:cubicBezTo>
                <a:cubicBezTo>
                  <a:pt x="703" y="304"/>
                  <a:pt x="721" y="315"/>
                  <a:pt x="721" y="315"/>
                </a:cubicBezTo>
                <a:cubicBezTo>
                  <a:pt x="732" y="344"/>
                  <a:pt x="744" y="369"/>
                  <a:pt x="776" y="379"/>
                </a:cubicBezTo>
                <a:cubicBezTo>
                  <a:pt x="774" y="390"/>
                  <a:pt x="778" y="403"/>
                  <a:pt x="771" y="412"/>
                </a:cubicBezTo>
                <a:cubicBezTo>
                  <a:pt x="769" y="416"/>
                  <a:pt x="741" y="424"/>
                  <a:pt x="734" y="426"/>
                </a:cubicBezTo>
                <a:cubicBezTo>
                  <a:pt x="722" y="431"/>
                  <a:pt x="713" y="442"/>
                  <a:pt x="701" y="450"/>
                </a:cubicBezTo>
                <a:cubicBezTo>
                  <a:pt x="689" y="458"/>
                  <a:pt x="692" y="467"/>
                  <a:pt x="662" y="471"/>
                </a:cubicBezTo>
                <a:cubicBezTo>
                  <a:pt x="632" y="475"/>
                  <a:pt x="549" y="474"/>
                  <a:pt x="518" y="474"/>
                </a:cubicBezTo>
                <a:cubicBezTo>
                  <a:pt x="506" y="475"/>
                  <a:pt x="489" y="467"/>
                  <a:pt x="478" y="472"/>
                </a:cubicBezTo>
                <a:cubicBezTo>
                  <a:pt x="473" y="474"/>
                  <a:pt x="477" y="481"/>
                  <a:pt x="473" y="484"/>
                </a:cubicBezTo>
                <a:cubicBezTo>
                  <a:pt x="466" y="492"/>
                  <a:pt x="452" y="505"/>
                  <a:pt x="443" y="510"/>
                </a:cubicBezTo>
                <a:cubicBezTo>
                  <a:pt x="440" y="522"/>
                  <a:pt x="428" y="526"/>
                  <a:pt x="410" y="535"/>
                </a:cubicBezTo>
                <a:cubicBezTo>
                  <a:pt x="392" y="543"/>
                  <a:pt x="355" y="542"/>
                  <a:pt x="343" y="543"/>
                </a:cubicBezTo>
                <a:cubicBezTo>
                  <a:pt x="312" y="572"/>
                  <a:pt x="322" y="559"/>
                  <a:pt x="307" y="581"/>
                </a:cubicBezTo>
                <a:cubicBezTo>
                  <a:pt x="319" y="589"/>
                  <a:pt x="322" y="589"/>
                  <a:pt x="329" y="602"/>
                </a:cubicBezTo>
                <a:cubicBezTo>
                  <a:pt x="333" y="611"/>
                  <a:pt x="338" y="628"/>
                  <a:pt x="338" y="628"/>
                </a:cubicBezTo>
                <a:cubicBezTo>
                  <a:pt x="337" y="632"/>
                  <a:pt x="338" y="639"/>
                  <a:pt x="334" y="640"/>
                </a:cubicBezTo>
                <a:cubicBezTo>
                  <a:pt x="322" y="641"/>
                  <a:pt x="278" y="623"/>
                  <a:pt x="266" y="615"/>
                </a:cubicBezTo>
                <a:cubicBezTo>
                  <a:pt x="241" y="581"/>
                  <a:pt x="241" y="590"/>
                  <a:pt x="207" y="569"/>
                </a:cubicBezTo>
                <a:cubicBezTo>
                  <a:pt x="191" y="544"/>
                  <a:pt x="188" y="537"/>
                  <a:pt x="158" y="531"/>
                </a:cubicBezTo>
                <a:cubicBezTo>
                  <a:pt x="143" y="527"/>
                  <a:pt x="113" y="522"/>
                  <a:pt x="113" y="522"/>
                </a:cubicBezTo>
                <a:cubicBezTo>
                  <a:pt x="97" y="512"/>
                  <a:pt x="91" y="507"/>
                  <a:pt x="72" y="514"/>
                </a:cubicBezTo>
                <a:cubicBezTo>
                  <a:pt x="64" y="536"/>
                  <a:pt x="79" y="544"/>
                  <a:pt x="54" y="560"/>
                </a:cubicBezTo>
                <a:cubicBezTo>
                  <a:pt x="48" y="576"/>
                  <a:pt x="37" y="578"/>
                  <a:pt x="32" y="594"/>
                </a:cubicBezTo>
                <a:cubicBezTo>
                  <a:pt x="37" y="610"/>
                  <a:pt x="48" y="612"/>
                  <a:pt x="54" y="628"/>
                </a:cubicBezTo>
                <a:cubicBezTo>
                  <a:pt x="55" y="639"/>
                  <a:pt x="56" y="650"/>
                  <a:pt x="59" y="661"/>
                </a:cubicBezTo>
                <a:cubicBezTo>
                  <a:pt x="60" y="666"/>
                  <a:pt x="65" y="671"/>
                  <a:pt x="63" y="674"/>
                </a:cubicBezTo>
                <a:cubicBezTo>
                  <a:pt x="63" y="674"/>
                  <a:pt x="29" y="695"/>
                  <a:pt x="23" y="699"/>
                </a:cubicBezTo>
                <a:cubicBezTo>
                  <a:pt x="18" y="703"/>
                  <a:pt x="9" y="708"/>
                  <a:pt x="9" y="708"/>
                </a:cubicBezTo>
                <a:cubicBezTo>
                  <a:pt x="2" y="727"/>
                  <a:pt x="11" y="747"/>
                  <a:pt x="14" y="767"/>
                </a:cubicBezTo>
                <a:cubicBezTo>
                  <a:pt x="12" y="776"/>
                  <a:pt x="11" y="787"/>
                  <a:pt x="9" y="796"/>
                </a:cubicBezTo>
                <a:cubicBezTo>
                  <a:pt x="7" y="805"/>
                  <a:pt x="0" y="822"/>
                  <a:pt x="0" y="822"/>
                </a:cubicBezTo>
                <a:cubicBezTo>
                  <a:pt x="5" y="826"/>
                  <a:pt x="8" y="831"/>
                  <a:pt x="14" y="834"/>
                </a:cubicBezTo>
                <a:cubicBezTo>
                  <a:pt x="18" y="837"/>
                  <a:pt x="24" y="836"/>
                  <a:pt x="27" y="839"/>
                </a:cubicBezTo>
                <a:cubicBezTo>
                  <a:pt x="42" y="857"/>
                  <a:pt x="23" y="860"/>
                  <a:pt x="50" y="877"/>
                </a:cubicBezTo>
                <a:cubicBezTo>
                  <a:pt x="70" y="906"/>
                  <a:pt x="64" y="892"/>
                  <a:pt x="72" y="915"/>
                </a:cubicBezTo>
                <a:cubicBezTo>
                  <a:pt x="68" y="935"/>
                  <a:pt x="62" y="959"/>
                  <a:pt x="41" y="965"/>
                </a:cubicBezTo>
                <a:cubicBezTo>
                  <a:pt x="50" y="998"/>
                  <a:pt x="52" y="995"/>
                  <a:pt x="90" y="999"/>
                </a:cubicBezTo>
                <a:cubicBezTo>
                  <a:pt x="113" y="1020"/>
                  <a:pt x="113" y="1054"/>
                  <a:pt x="140" y="1071"/>
                </a:cubicBezTo>
                <a:cubicBezTo>
                  <a:pt x="159" y="1097"/>
                  <a:pt x="162" y="1131"/>
                  <a:pt x="176" y="1159"/>
                </a:cubicBezTo>
                <a:cubicBezTo>
                  <a:pt x="186" y="1182"/>
                  <a:pt x="183" y="1207"/>
                  <a:pt x="207" y="1214"/>
                </a:cubicBezTo>
                <a:cubicBezTo>
                  <a:pt x="220" y="1231"/>
                  <a:pt x="218" y="1248"/>
                  <a:pt x="230" y="1265"/>
                </a:cubicBezTo>
                <a:cubicBezTo>
                  <a:pt x="234" y="1309"/>
                  <a:pt x="239" y="1312"/>
                  <a:pt x="253" y="1349"/>
                </a:cubicBezTo>
                <a:cubicBezTo>
                  <a:pt x="256" y="1359"/>
                  <a:pt x="265" y="1366"/>
                  <a:pt x="271" y="1375"/>
                </a:cubicBezTo>
                <a:cubicBezTo>
                  <a:pt x="274" y="1379"/>
                  <a:pt x="280" y="1387"/>
                  <a:pt x="280" y="1387"/>
                </a:cubicBezTo>
                <a:cubicBezTo>
                  <a:pt x="282" y="1436"/>
                  <a:pt x="263" y="1500"/>
                  <a:pt x="320" y="1518"/>
                </a:cubicBezTo>
                <a:cubicBezTo>
                  <a:pt x="346" y="1555"/>
                  <a:pt x="349" y="1543"/>
                  <a:pt x="410" y="1548"/>
                </a:cubicBezTo>
                <a:cubicBezTo>
                  <a:pt x="425" y="1547"/>
                  <a:pt x="441" y="1549"/>
                  <a:pt x="455" y="1543"/>
                </a:cubicBezTo>
                <a:cubicBezTo>
                  <a:pt x="460" y="1542"/>
                  <a:pt x="457" y="1534"/>
                  <a:pt x="460" y="1531"/>
                </a:cubicBezTo>
                <a:cubicBezTo>
                  <a:pt x="469" y="1520"/>
                  <a:pt x="484" y="1520"/>
                  <a:pt x="496" y="1518"/>
                </a:cubicBezTo>
                <a:cubicBezTo>
                  <a:pt x="503" y="1500"/>
                  <a:pt x="512" y="1486"/>
                  <a:pt x="519" y="1467"/>
                </a:cubicBezTo>
                <a:cubicBezTo>
                  <a:pt x="520" y="1463"/>
                  <a:pt x="519" y="1457"/>
                  <a:pt x="523" y="1455"/>
                </a:cubicBezTo>
                <a:cubicBezTo>
                  <a:pt x="532" y="1450"/>
                  <a:pt x="550" y="1438"/>
                  <a:pt x="550" y="1438"/>
                </a:cubicBezTo>
                <a:cubicBezTo>
                  <a:pt x="557" y="1418"/>
                  <a:pt x="569" y="1421"/>
                  <a:pt x="591" y="1417"/>
                </a:cubicBezTo>
                <a:cubicBezTo>
                  <a:pt x="592" y="1413"/>
                  <a:pt x="594" y="1408"/>
                  <a:pt x="595" y="1404"/>
                </a:cubicBezTo>
                <a:cubicBezTo>
                  <a:pt x="597" y="1388"/>
                  <a:pt x="596" y="1372"/>
                  <a:pt x="600" y="1358"/>
                </a:cubicBezTo>
                <a:cubicBezTo>
                  <a:pt x="605" y="1336"/>
                  <a:pt x="640" y="1331"/>
                  <a:pt x="658" y="1328"/>
                </a:cubicBezTo>
                <a:cubicBezTo>
                  <a:pt x="668" y="1313"/>
                  <a:pt x="676" y="1308"/>
                  <a:pt x="694" y="1303"/>
                </a:cubicBezTo>
                <a:cubicBezTo>
                  <a:pt x="700" y="1280"/>
                  <a:pt x="707" y="1279"/>
                  <a:pt x="730" y="1273"/>
                </a:cubicBezTo>
                <a:cubicBezTo>
                  <a:pt x="756" y="1258"/>
                  <a:pt x="758" y="1237"/>
                  <a:pt x="762" y="1210"/>
                </a:cubicBezTo>
                <a:cubicBezTo>
                  <a:pt x="763" y="1210"/>
                  <a:pt x="794" y="1215"/>
                  <a:pt x="798" y="1218"/>
                </a:cubicBezTo>
                <a:cubicBezTo>
                  <a:pt x="803" y="1222"/>
                  <a:pt x="803" y="1229"/>
                  <a:pt x="807" y="1231"/>
                </a:cubicBezTo>
                <a:cubicBezTo>
                  <a:pt x="818" y="1235"/>
                  <a:pt x="831" y="1234"/>
                  <a:pt x="843" y="1235"/>
                </a:cubicBezTo>
                <a:cubicBezTo>
                  <a:pt x="868" y="1251"/>
                  <a:pt x="875" y="1254"/>
                  <a:pt x="902" y="1261"/>
                </a:cubicBezTo>
                <a:cubicBezTo>
                  <a:pt x="914" y="1268"/>
                  <a:pt x="942" y="1278"/>
                  <a:pt x="942" y="1278"/>
                </a:cubicBezTo>
                <a:cubicBezTo>
                  <a:pt x="943" y="1278"/>
                  <a:pt x="1011" y="1288"/>
                  <a:pt x="1015" y="1261"/>
                </a:cubicBezTo>
                <a:cubicBezTo>
                  <a:pt x="1017" y="1244"/>
                  <a:pt x="1001" y="1210"/>
                  <a:pt x="1001" y="1210"/>
                </a:cubicBezTo>
                <a:cubicBezTo>
                  <a:pt x="1002" y="1206"/>
                  <a:pt x="1002" y="1201"/>
                  <a:pt x="1005" y="1197"/>
                </a:cubicBezTo>
                <a:cubicBezTo>
                  <a:pt x="1009" y="1194"/>
                  <a:pt x="1017" y="1197"/>
                  <a:pt x="1019" y="1193"/>
                </a:cubicBezTo>
                <a:cubicBezTo>
                  <a:pt x="1024" y="1183"/>
                  <a:pt x="1021" y="1171"/>
                  <a:pt x="1024" y="1159"/>
                </a:cubicBezTo>
                <a:cubicBezTo>
                  <a:pt x="1026" y="1151"/>
                  <a:pt x="1029" y="1143"/>
                  <a:pt x="1033" y="1134"/>
                </a:cubicBezTo>
                <a:cubicBezTo>
                  <a:pt x="1034" y="1130"/>
                  <a:pt x="1037" y="1121"/>
                  <a:pt x="1037" y="1121"/>
                </a:cubicBezTo>
                <a:cubicBezTo>
                  <a:pt x="1030" y="1091"/>
                  <a:pt x="1025" y="1093"/>
                  <a:pt x="992" y="1088"/>
                </a:cubicBezTo>
                <a:cubicBezTo>
                  <a:pt x="985" y="1037"/>
                  <a:pt x="980" y="984"/>
                  <a:pt x="996" y="936"/>
                </a:cubicBezTo>
                <a:cubicBezTo>
                  <a:pt x="1001" y="909"/>
                  <a:pt x="1001" y="894"/>
                  <a:pt x="992" y="868"/>
                </a:cubicBezTo>
                <a:cubicBezTo>
                  <a:pt x="1000" y="818"/>
                  <a:pt x="995" y="855"/>
                  <a:pt x="1019" y="822"/>
                </a:cubicBezTo>
                <a:cubicBezTo>
                  <a:pt x="1022" y="810"/>
                  <a:pt x="1025" y="800"/>
                  <a:pt x="1028" y="788"/>
                </a:cubicBezTo>
                <a:cubicBezTo>
                  <a:pt x="1030" y="780"/>
                  <a:pt x="1037" y="763"/>
                  <a:pt x="1037" y="763"/>
                </a:cubicBezTo>
                <a:cubicBezTo>
                  <a:pt x="1043" y="627"/>
                  <a:pt x="1005" y="653"/>
                  <a:pt x="1086" y="628"/>
                </a:cubicBezTo>
                <a:cubicBezTo>
                  <a:pt x="1108" y="606"/>
                  <a:pt x="1146" y="622"/>
                  <a:pt x="1177" y="615"/>
                </a:cubicBezTo>
                <a:cubicBezTo>
                  <a:pt x="1185" y="603"/>
                  <a:pt x="1195" y="577"/>
                  <a:pt x="1195" y="577"/>
                </a:cubicBezTo>
                <a:cubicBezTo>
                  <a:pt x="1196" y="559"/>
                  <a:pt x="1165" y="529"/>
                  <a:pt x="1158" y="514"/>
                </a:cubicBezTo>
                <a:cubicBezTo>
                  <a:pt x="1151" y="499"/>
                  <a:pt x="1175" y="498"/>
                  <a:pt x="1154" y="488"/>
                </a:cubicBezTo>
                <a:cubicBezTo>
                  <a:pt x="1125" y="447"/>
                  <a:pt x="1090" y="457"/>
                  <a:pt x="1032" y="454"/>
                </a:cubicBezTo>
                <a:cubicBezTo>
                  <a:pt x="1026" y="437"/>
                  <a:pt x="1018" y="427"/>
                  <a:pt x="1001" y="417"/>
                </a:cubicBezTo>
                <a:cubicBezTo>
                  <a:pt x="993" y="395"/>
                  <a:pt x="982" y="371"/>
                  <a:pt x="960" y="358"/>
                </a:cubicBezTo>
                <a:cubicBezTo>
                  <a:pt x="953" y="334"/>
                  <a:pt x="953" y="342"/>
                  <a:pt x="960" y="303"/>
                </a:cubicBezTo>
                <a:cubicBezTo>
                  <a:pt x="963" y="294"/>
                  <a:pt x="966" y="286"/>
                  <a:pt x="969" y="277"/>
                </a:cubicBezTo>
                <a:cubicBezTo>
                  <a:pt x="971" y="273"/>
                  <a:pt x="974" y="265"/>
                  <a:pt x="974" y="265"/>
                </a:cubicBezTo>
                <a:cubicBezTo>
                  <a:pt x="972" y="253"/>
                  <a:pt x="974" y="239"/>
                  <a:pt x="965" y="231"/>
                </a:cubicBezTo>
                <a:cubicBezTo>
                  <a:pt x="957" y="224"/>
                  <a:pt x="938" y="214"/>
                  <a:pt x="938" y="214"/>
                </a:cubicBezTo>
                <a:cubicBezTo>
                  <a:pt x="925" y="196"/>
                  <a:pt x="887" y="177"/>
                  <a:pt x="890" y="159"/>
                </a:cubicBezTo>
                <a:cubicBezTo>
                  <a:pt x="905" y="154"/>
                  <a:pt x="937" y="155"/>
                  <a:pt x="951" y="151"/>
                </a:cubicBezTo>
                <a:cubicBezTo>
                  <a:pt x="963" y="135"/>
                  <a:pt x="960" y="134"/>
                  <a:pt x="947" y="121"/>
                </a:cubicBezTo>
              </a:path>
            </a:pathLst>
          </a:custGeom>
          <a:solidFill>
            <a:srgbClr val="FF00FF"/>
          </a:solidFill>
          <a:ln w="571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6118226" y="1889125"/>
            <a:ext cx="3852863" cy="3513138"/>
          </a:xfrm>
          <a:custGeom>
            <a:avLst/>
            <a:gdLst/>
            <a:ahLst/>
            <a:cxnLst>
              <a:cxn ang="0">
                <a:pos x="954" y="70"/>
              </a:cxn>
              <a:cxn ang="0">
                <a:pos x="798" y="145"/>
              </a:cxn>
              <a:cxn ang="0">
                <a:pos x="514" y="310"/>
              </a:cxn>
              <a:cxn ang="0">
                <a:pos x="251" y="430"/>
              </a:cxn>
              <a:cxn ang="0">
                <a:pos x="305" y="582"/>
              </a:cxn>
              <a:cxn ang="0">
                <a:pos x="379" y="734"/>
              </a:cxn>
              <a:cxn ang="0">
                <a:pos x="14" y="734"/>
              </a:cxn>
              <a:cxn ang="0">
                <a:pos x="28" y="974"/>
              </a:cxn>
              <a:cxn ang="0">
                <a:pos x="14" y="1012"/>
              </a:cxn>
              <a:cxn ang="0">
                <a:pos x="61" y="1069"/>
              </a:cxn>
              <a:cxn ang="0">
                <a:pos x="155" y="1195"/>
              </a:cxn>
              <a:cxn ang="0">
                <a:pos x="92" y="1225"/>
              </a:cxn>
              <a:cxn ang="0">
                <a:pos x="82" y="1265"/>
              </a:cxn>
              <a:cxn ang="0">
                <a:pos x="129" y="1486"/>
              </a:cxn>
              <a:cxn ang="0">
                <a:pos x="217" y="1657"/>
              </a:cxn>
              <a:cxn ang="0">
                <a:pos x="325" y="1796"/>
              </a:cxn>
              <a:cxn ang="0">
                <a:pos x="325" y="2119"/>
              </a:cxn>
              <a:cxn ang="0">
                <a:pos x="785" y="2125"/>
              </a:cxn>
              <a:cxn ang="0">
                <a:pos x="859" y="2043"/>
              </a:cxn>
              <a:cxn ang="0">
                <a:pos x="899" y="1992"/>
              </a:cxn>
              <a:cxn ang="0">
                <a:pos x="1183" y="1828"/>
              </a:cxn>
              <a:cxn ang="0">
                <a:pos x="1433" y="1752"/>
              </a:cxn>
              <a:cxn ang="0">
                <a:pos x="1812" y="1796"/>
              </a:cxn>
              <a:cxn ang="0">
                <a:pos x="2021" y="1923"/>
              </a:cxn>
              <a:cxn ang="0">
                <a:pos x="2076" y="1986"/>
              </a:cxn>
              <a:cxn ang="0">
                <a:pos x="2062" y="1878"/>
              </a:cxn>
              <a:cxn ang="0">
                <a:pos x="2062" y="1796"/>
              </a:cxn>
              <a:cxn ang="0">
                <a:pos x="2170" y="1568"/>
              </a:cxn>
              <a:cxn ang="0">
                <a:pos x="2258" y="1442"/>
              </a:cxn>
              <a:cxn ang="0">
                <a:pos x="2103" y="1315"/>
              </a:cxn>
              <a:cxn ang="0">
                <a:pos x="2015" y="1202"/>
              </a:cxn>
              <a:cxn ang="0">
                <a:pos x="1947" y="1069"/>
              </a:cxn>
              <a:cxn ang="0">
                <a:pos x="1967" y="873"/>
              </a:cxn>
              <a:cxn ang="0">
                <a:pos x="1866" y="892"/>
              </a:cxn>
              <a:cxn ang="0">
                <a:pos x="1413" y="809"/>
              </a:cxn>
              <a:cxn ang="0">
                <a:pos x="1332" y="563"/>
              </a:cxn>
              <a:cxn ang="0">
                <a:pos x="1379" y="487"/>
              </a:cxn>
              <a:cxn ang="0">
                <a:pos x="1332" y="152"/>
              </a:cxn>
              <a:cxn ang="0">
                <a:pos x="1271" y="89"/>
              </a:cxn>
              <a:cxn ang="0">
                <a:pos x="1163" y="57"/>
              </a:cxn>
              <a:cxn ang="0">
                <a:pos x="1062" y="6"/>
              </a:cxn>
              <a:cxn ang="0">
                <a:pos x="1001" y="70"/>
              </a:cxn>
            </a:cxnLst>
            <a:rect l="0" t="0" r="r" b="b"/>
            <a:pathLst>
              <a:path w="2258" h="2146">
                <a:moveTo>
                  <a:pt x="1055" y="25"/>
                </a:moveTo>
                <a:cubicBezTo>
                  <a:pt x="1028" y="62"/>
                  <a:pt x="1000" y="63"/>
                  <a:pt x="954" y="70"/>
                </a:cubicBezTo>
                <a:cubicBezTo>
                  <a:pt x="932" y="83"/>
                  <a:pt x="923" y="104"/>
                  <a:pt x="899" y="114"/>
                </a:cubicBezTo>
                <a:cubicBezTo>
                  <a:pt x="868" y="128"/>
                  <a:pt x="831" y="135"/>
                  <a:pt x="798" y="145"/>
                </a:cubicBezTo>
                <a:cubicBezTo>
                  <a:pt x="761" y="157"/>
                  <a:pt x="734" y="197"/>
                  <a:pt x="697" y="209"/>
                </a:cubicBezTo>
                <a:cubicBezTo>
                  <a:pt x="626" y="231"/>
                  <a:pt x="575" y="272"/>
                  <a:pt x="514" y="310"/>
                </a:cubicBezTo>
                <a:cubicBezTo>
                  <a:pt x="491" y="344"/>
                  <a:pt x="469" y="330"/>
                  <a:pt x="440" y="348"/>
                </a:cubicBezTo>
                <a:cubicBezTo>
                  <a:pt x="379" y="386"/>
                  <a:pt x="324" y="421"/>
                  <a:pt x="251" y="430"/>
                </a:cubicBezTo>
                <a:cubicBezTo>
                  <a:pt x="311" y="449"/>
                  <a:pt x="249" y="424"/>
                  <a:pt x="278" y="544"/>
                </a:cubicBezTo>
                <a:cubicBezTo>
                  <a:pt x="281" y="559"/>
                  <a:pt x="296" y="569"/>
                  <a:pt x="305" y="582"/>
                </a:cubicBezTo>
                <a:cubicBezTo>
                  <a:pt x="327" y="613"/>
                  <a:pt x="326" y="657"/>
                  <a:pt x="359" y="677"/>
                </a:cubicBezTo>
                <a:cubicBezTo>
                  <a:pt x="365" y="696"/>
                  <a:pt x="372" y="715"/>
                  <a:pt x="379" y="734"/>
                </a:cubicBezTo>
                <a:cubicBezTo>
                  <a:pt x="381" y="740"/>
                  <a:pt x="386" y="753"/>
                  <a:pt x="386" y="753"/>
                </a:cubicBezTo>
                <a:cubicBezTo>
                  <a:pt x="258" y="813"/>
                  <a:pt x="132" y="770"/>
                  <a:pt x="14" y="734"/>
                </a:cubicBezTo>
                <a:cubicBezTo>
                  <a:pt x="28" y="770"/>
                  <a:pt x="30" y="808"/>
                  <a:pt x="34" y="847"/>
                </a:cubicBezTo>
                <a:cubicBezTo>
                  <a:pt x="32" y="890"/>
                  <a:pt x="33" y="932"/>
                  <a:pt x="28" y="974"/>
                </a:cubicBezTo>
                <a:cubicBezTo>
                  <a:pt x="26" y="998"/>
                  <a:pt x="22" y="979"/>
                  <a:pt x="20" y="985"/>
                </a:cubicBezTo>
                <a:cubicBezTo>
                  <a:pt x="18" y="991"/>
                  <a:pt x="16" y="1004"/>
                  <a:pt x="14" y="1012"/>
                </a:cubicBezTo>
                <a:cubicBezTo>
                  <a:pt x="14" y="1022"/>
                  <a:pt x="0" y="1024"/>
                  <a:pt x="8" y="1033"/>
                </a:cubicBezTo>
                <a:cubicBezTo>
                  <a:pt x="16" y="1042"/>
                  <a:pt x="39" y="1049"/>
                  <a:pt x="61" y="1069"/>
                </a:cubicBezTo>
                <a:cubicBezTo>
                  <a:pt x="82" y="1097"/>
                  <a:pt x="106" y="1139"/>
                  <a:pt x="142" y="1151"/>
                </a:cubicBezTo>
                <a:cubicBezTo>
                  <a:pt x="155" y="1168"/>
                  <a:pt x="174" y="1173"/>
                  <a:pt x="155" y="1195"/>
                </a:cubicBezTo>
                <a:cubicBezTo>
                  <a:pt x="150" y="1201"/>
                  <a:pt x="140" y="1203"/>
                  <a:pt x="134" y="1207"/>
                </a:cubicBezTo>
                <a:cubicBezTo>
                  <a:pt x="127" y="1210"/>
                  <a:pt x="99" y="1221"/>
                  <a:pt x="92" y="1225"/>
                </a:cubicBezTo>
                <a:cubicBezTo>
                  <a:pt x="88" y="1232"/>
                  <a:pt x="108" y="1247"/>
                  <a:pt x="102" y="1252"/>
                </a:cubicBezTo>
                <a:cubicBezTo>
                  <a:pt x="96" y="1257"/>
                  <a:pt x="87" y="1259"/>
                  <a:pt x="82" y="1265"/>
                </a:cubicBezTo>
                <a:cubicBezTo>
                  <a:pt x="62" y="1287"/>
                  <a:pt x="76" y="1293"/>
                  <a:pt x="41" y="1315"/>
                </a:cubicBezTo>
                <a:cubicBezTo>
                  <a:pt x="22" y="1370"/>
                  <a:pt x="100" y="1444"/>
                  <a:pt x="129" y="1486"/>
                </a:cubicBezTo>
                <a:cubicBezTo>
                  <a:pt x="145" y="1509"/>
                  <a:pt x="146" y="1539"/>
                  <a:pt x="163" y="1562"/>
                </a:cubicBezTo>
                <a:cubicBezTo>
                  <a:pt x="174" y="1603"/>
                  <a:pt x="178" y="1633"/>
                  <a:pt x="217" y="1657"/>
                </a:cubicBezTo>
                <a:cubicBezTo>
                  <a:pt x="245" y="1696"/>
                  <a:pt x="276" y="1684"/>
                  <a:pt x="332" y="1689"/>
                </a:cubicBezTo>
                <a:cubicBezTo>
                  <a:pt x="344" y="1724"/>
                  <a:pt x="337" y="1760"/>
                  <a:pt x="325" y="1796"/>
                </a:cubicBezTo>
                <a:cubicBezTo>
                  <a:pt x="331" y="1882"/>
                  <a:pt x="328" y="1963"/>
                  <a:pt x="318" y="2049"/>
                </a:cubicBezTo>
                <a:cubicBezTo>
                  <a:pt x="320" y="2072"/>
                  <a:pt x="301" y="2112"/>
                  <a:pt x="325" y="2119"/>
                </a:cubicBezTo>
                <a:cubicBezTo>
                  <a:pt x="430" y="2146"/>
                  <a:pt x="542" y="2114"/>
                  <a:pt x="649" y="2131"/>
                </a:cubicBezTo>
                <a:cubicBezTo>
                  <a:pt x="694" y="2129"/>
                  <a:pt x="742" y="2137"/>
                  <a:pt x="785" y="2125"/>
                </a:cubicBezTo>
                <a:cubicBezTo>
                  <a:pt x="840" y="2110"/>
                  <a:pt x="796" y="2089"/>
                  <a:pt x="818" y="2068"/>
                </a:cubicBezTo>
                <a:cubicBezTo>
                  <a:pt x="830" y="2057"/>
                  <a:pt x="845" y="2051"/>
                  <a:pt x="859" y="2043"/>
                </a:cubicBezTo>
                <a:cubicBezTo>
                  <a:pt x="866" y="2038"/>
                  <a:pt x="879" y="2030"/>
                  <a:pt x="879" y="2030"/>
                </a:cubicBezTo>
                <a:cubicBezTo>
                  <a:pt x="884" y="2016"/>
                  <a:pt x="895" y="2006"/>
                  <a:pt x="899" y="1992"/>
                </a:cubicBezTo>
                <a:cubicBezTo>
                  <a:pt x="914" y="1948"/>
                  <a:pt x="901" y="1921"/>
                  <a:pt x="940" y="1897"/>
                </a:cubicBezTo>
                <a:cubicBezTo>
                  <a:pt x="993" y="1822"/>
                  <a:pt x="1101" y="1832"/>
                  <a:pt x="1183" y="1828"/>
                </a:cubicBezTo>
                <a:cubicBezTo>
                  <a:pt x="1228" y="1814"/>
                  <a:pt x="1273" y="1803"/>
                  <a:pt x="1318" y="1790"/>
                </a:cubicBezTo>
                <a:cubicBezTo>
                  <a:pt x="1366" y="1775"/>
                  <a:pt x="1380" y="1759"/>
                  <a:pt x="1433" y="1752"/>
                </a:cubicBezTo>
                <a:cubicBezTo>
                  <a:pt x="1537" y="1754"/>
                  <a:pt x="1641" y="1754"/>
                  <a:pt x="1744" y="1758"/>
                </a:cubicBezTo>
                <a:cubicBezTo>
                  <a:pt x="1779" y="1759"/>
                  <a:pt x="1787" y="1780"/>
                  <a:pt x="1812" y="1796"/>
                </a:cubicBezTo>
                <a:cubicBezTo>
                  <a:pt x="1861" y="1827"/>
                  <a:pt x="1923" y="1840"/>
                  <a:pt x="1974" y="1872"/>
                </a:cubicBezTo>
                <a:cubicBezTo>
                  <a:pt x="2006" y="1916"/>
                  <a:pt x="1988" y="1901"/>
                  <a:pt x="2021" y="1923"/>
                </a:cubicBezTo>
                <a:cubicBezTo>
                  <a:pt x="2029" y="1945"/>
                  <a:pt x="2017" y="1975"/>
                  <a:pt x="2035" y="1992"/>
                </a:cubicBezTo>
                <a:cubicBezTo>
                  <a:pt x="2045" y="2002"/>
                  <a:pt x="2062" y="1988"/>
                  <a:pt x="2076" y="1986"/>
                </a:cubicBezTo>
                <a:cubicBezTo>
                  <a:pt x="2107" y="1942"/>
                  <a:pt x="2116" y="1956"/>
                  <a:pt x="2082" y="1935"/>
                </a:cubicBezTo>
                <a:cubicBezTo>
                  <a:pt x="2081" y="1931"/>
                  <a:pt x="2062" y="1879"/>
                  <a:pt x="2062" y="1878"/>
                </a:cubicBezTo>
                <a:cubicBezTo>
                  <a:pt x="2060" y="1872"/>
                  <a:pt x="2055" y="1859"/>
                  <a:pt x="2055" y="1859"/>
                </a:cubicBezTo>
                <a:cubicBezTo>
                  <a:pt x="2057" y="1838"/>
                  <a:pt x="2055" y="1816"/>
                  <a:pt x="2062" y="1796"/>
                </a:cubicBezTo>
                <a:cubicBezTo>
                  <a:pt x="2072" y="1767"/>
                  <a:pt x="2108" y="1732"/>
                  <a:pt x="2123" y="1701"/>
                </a:cubicBezTo>
                <a:cubicBezTo>
                  <a:pt x="2143" y="1659"/>
                  <a:pt x="2154" y="1612"/>
                  <a:pt x="2170" y="1568"/>
                </a:cubicBezTo>
                <a:cubicBezTo>
                  <a:pt x="2178" y="1545"/>
                  <a:pt x="2184" y="1505"/>
                  <a:pt x="2197" y="1486"/>
                </a:cubicBezTo>
                <a:cubicBezTo>
                  <a:pt x="2212" y="1466"/>
                  <a:pt x="2258" y="1442"/>
                  <a:pt x="2258" y="1442"/>
                </a:cubicBezTo>
                <a:cubicBezTo>
                  <a:pt x="2246" y="1408"/>
                  <a:pt x="2228" y="1423"/>
                  <a:pt x="2197" y="1404"/>
                </a:cubicBezTo>
                <a:cubicBezTo>
                  <a:pt x="2174" y="1338"/>
                  <a:pt x="2154" y="1348"/>
                  <a:pt x="2103" y="1315"/>
                </a:cubicBezTo>
                <a:cubicBezTo>
                  <a:pt x="2078" y="1281"/>
                  <a:pt x="2088" y="1233"/>
                  <a:pt x="2076" y="1214"/>
                </a:cubicBezTo>
                <a:cubicBezTo>
                  <a:pt x="2064" y="1197"/>
                  <a:pt x="2034" y="1208"/>
                  <a:pt x="2015" y="1202"/>
                </a:cubicBezTo>
                <a:cubicBezTo>
                  <a:pt x="1983" y="1172"/>
                  <a:pt x="1974" y="1146"/>
                  <a:pt x="1961" y="1107"/>
                </a:cubicBezTo>
                <a:cubicBezTo>
                  <a:pt x="1956" y="1094"/>
                  <a:pt x="1952" y="1081"/>
                  <a:pt x="1947" y="1069"/>
                </a:cubicBezTo>
                <a:cubicBezTo>
                  <a:pt x="1945" y="1062"/>
                  <a:pt x="1940" y="1050"/>
                  <a:pt x="1940" y="1050"/>
                </a:cubicBezTo>
                <a:cubicBezTo>
                  <a:pt x="1945" y="975"/>
                  <a:pt x="1950" y="937"/>
                  <a:pt x="1967" y="873"/>
                </a:cubicBezTo>
                <a:cubicBezTo>
                  <a:pt x="1943" y="857"/>
                  <a:pt x="1944" y="852"/>
                  <a:pt x="1907" y="866"/>
                </a:cubicBezTo>
                <a:cubicBezTo>
                  <a:pt x="1892" y="873"/>
                  <a:pt x="1866" y="892"/>
                  <a:pt x="1866" y="892"/>
                </a:cubicBezTo>
                <a:cubicBezTo>
                  <a:pt x="1690" y="889"/>
                  <a:pt x="1591" y="900"/>
                  <a:pt x="1447" y="866"/>
                </a:cubicBezTo>
                <a:cubicBezTo>
                  <a:pt x="1415" y="823"/>
                  <a:pt x="1426" y="843"/>
                  <a:pt x="1413" y="809"/>
                </a:cubicBezTo>
                <a:cubicBezTo>
                  <a:pt x="1405" y="705"/>
                  <a:pt x="1402" y="699"/>
                  <a:pt x="1359" y="620"/>
                </a:cubicBezTo>
                <a:cubicBezTo>
                  <a:pt x="1326" y="560"/>
                  <a:pt x="1367" y="661"/>
                  <a:pt x="1332" y="563"/>
                </a:cubicBezTo>
                <a:cubicBezTo>
                  <a:pt x="1326" y="548"/>
                  <a:pt x="1305" y="525"/>
                  <a:pt x="1305" y="525"/>
                </a:cubicBezTo>
                <a:cubicBezTo>
                  <a:pt x="1316" y="492"/>
                  <a:pt x="1347" y="498"/>
                  <a:pt x="1379" y="487"/>
                </a:cubicBezTo>
                <a:cubicBezTo>
                  <a:pt x="1413" y="391"/>
                  <a:pt x="1357" y="343"/>
                  <a:pt x="1346" y="259"/>
                </a:cubicBezTo>
                <a:cubicBezTo>
                  <a:pt x="1341" y="223"/>
                  <a:pt x="1348" y="184"/>
                  <a:pt x="1332" y="152"/>
                </a:cubicBezTo>
                <a:cubicBezTo>
                  <a:pt x="1325" y="137"/>
                  <a:pt x="1287" y="135"/>
                  <a:pt x="1278" y="133"/>
                </a:cubicBezTo>
                <a:cubicBezTo>
                  <a:pt x="1276" y="118"/>
                  <a:pt x="1282" y="99"/>
                  <a:pt x="1271" y="89"/>
                </a:cubicBezTo>
                <a:cubicBezTo>
                  <a:pt x="1260" y="78"/>
                  <a:pt x="1240" y="85"/>
                  <a:pt x="1224" y="82"/>
                </a:cubicBezTo>
                <a:cubicBezTo>
                  <a:pt x="1201" y="78"/>
                  <a:pt x="1184" y="63"/>
                  <a:pt x="1163" y="57"/>
                </a:cubicBezTo>
                <a:cubicBezTo>
                  <a:pt x="1130" y="11"/>
                  <a:pt x="1138" y="26"/>
                  <a:pt x="1095" y="0"/>
                </a:cubicBezTo>
                <a:cubicBezTo>
                  <a:pt x="1084" y="2"/>
                  <a:pt x="1071" y="0"/>
                  <a:pt x="1062" y="6"/>
                </a:cubicBezTo>
                <a:cubicBezTo>
                  <a:pt x="1049" y="16"/>
                  <a:pt x="1044" y="32"/>
                  <a:pt x="1035" y="44"/>
                </a:cubicBezTo>
                <a:cubicBezTo>
                  <a:pt x="1027" y="56"/>
                  <a:pt x="1011" y="60"/>
                  <a:pt x="1001" y="70"/>
                </a:cubicBezTo>
              </a:path>
            </a:pathLst>
          </a:custGeom>
          <a:solidFill>
            <a:schemeClr val="hlink"/>
          </a:solidFill>
          <a:ln w="571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3635376" y="1109664"/>
            <a:ext cx="1503363" cy="3036887"/>
            <a:chOff x="154" y="1090"/>
            <a:chExt cx="1080" cy="2278"/>
          </a:xfrm>
        </p:grpSpPr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154" y="1922"/>
              <a:ext cx="1080" cy="1446"/>
            </a:xfrm>
            <a:custGeom>
              <a:avLst/>
              <a:gdLst/>
              <a:ahLst/>
              <a:cxnLst>
                <a:cxn ang="0">
                  <a:pos x="194" y="59"/>
                </a:cxn>
                <a:cxn ang="0">
                  <a:pos x="136" y="207"/>
                </a:cxn>
                <a:cxn ang="0">
                  <a:pos x="111" y="242"/>
                </a:cxn>
                <a:cxn ang="0">
                  <a:pos x="50" y="315"/>
                </a:cxn>
                <a:cxn ang="0">
                  <a:pos x="87" y="389"/>
                </a:cxn>
                <a:cxn ang="0">
                  <a:pos x="136" y="436"/>
                </a:cxn>
                <a:cxn ang="0">
                  <a:pos x="149" y="599"/>
                </a:cxn>
                <a:cxn ang="0">
                  <a:pos x="186" y="622"/>
                </a:cxn>
                <a:cxn ang="0">
                  <a:pos x="289" y="696"/>
                </a:cxn>
                <a:cxn ang="0">
                  <a:pos x="268" y="781"/>
                </a:cxn>
                <a:cxn ang="0">
                  <a:pos x="318" y="793"/>
                </a:cxn>
                <a:cxn ang="0">
                  <a:pos x="371" y="816"/>
                </a:cxn>
                <a:cxn ang="0">
                  <a:pos x="318" y="859"/>
                </a:cxn>
                <a:cxn ang="0">
                  <a:pos x="272" y="894"/>
                </a:cxn>
                <a:cxn ang="0">
                  <a:pos x="198" y="882"/>
                </a:cxn>
                <a:cxn ang="0">
                  <a:pos x="128" y="979"/>
                </a:cxn>
                <a:cxn ang="0">
                  <a:pos x="99" y="1010"/>
                </a:cxn>
                <a:cxn ang="0">
                  <a:pos x="29" y="1080"/>
                </a:cxn>
                <a:cxn ang="0">
                  <a:pos x="4" y="1138"/>
                </a:cxn>
                <a:cxn ang="0">
                  <a:pos x="29" y="1235"/>
                </a:cxn>
                <a:cxn ang="0">
                  <a:pos x="58" y="1328"/>
                </a:cxn>
                <a:cxn ang="0">
                  <a:pos x="107" y="1371"/>
                </a:cxn>
                <a:cxn ang="0">
                  <a:pos x="268" y="1414"/>
                </a:cxn>
                <a:cxn ang="0">
                  <a:pos x="318" y="1398"/>
                </a:cxn>
                <a:cxn ang="0">
                  <a:pos x="359" y="1371"/>
                </a:cxn>
                <a:cxn ang="0">
                  <a:pos x="421" y="1313"/>
                </a:cxn>
                <a:cxn ang="0">
                  <a:pos x="615" y="1313"/>
                </a:cxn>
                <a:cxn ang="0">
                  <a:pos x="722" y="1355"/>
                </a:cxn>
                <a:cxn ang="0">
                  <a:pos x="780" y="1289"/>
                </a:cxn>
                <a:cxn ang="0">
                  <a:pos x="875" y="1189"/>
                </a:cxn>
                <a:cxn ang="0">
                  <a:pos x="937" y="1255"/>
                </a:cxn>
                <a:cxn ang="0">
                  <a:pos x="995" y="1274"/>
                </a:cxn>
                <a:cxn ang="0">
                  <a:pos x="1015" y="1224"/>
                </a:cxn>
                <a:cxn ang="0">
                  <a:pos x="1028" y="1026"/>
                </a:cxn>
                <a:cxn ang="0">
                  <a:pos x="1040" y="801"/>
                </a:cxn>
                <a:cxn ang="0">
                  <a:pos x="1015" y="626"/>
                </a:cxn>
                <a:cxn ang="0">
                  <a:pos x="1007" y="564"/>
                </a:cxn>
                <a:cxn ang="0">
                  <a:pos x="949" y="517"/>
                </a:cxn>
                <a:cxn ang="0">
                  <a:pos x="801" y="238"/>
                </a:cxn>
                <a:cxn ang="0">
                  <a:pos x="747" y="145"/>
                </a:cxn>
                <a:cxn ang="0">
                  <a:pos x="757" y="0"/>
                </a:cxn>
              </a:cxnLst>
              <a:rect l="0" t="0" r="r" b="b"/>
              <a:pathLst>
                <a:path w="1080" h="1446">
                  <a:moveTo>
                    <a:pt x="223" y="24"/>
                  </a:moveTo>
                  <a:cubicBezTo>
                    <a:pt x="177" y="29"/>
                    <a:pt x="219" y="36"/>
                    <a:pt x="194" y="59"/>
                  </a:cubicBezTo>
                  <a:cubicBezTo>
                    <a:pt x="190" y="81"/>
                    <a:pt x="193" y="90"/>
                    <a:pt x="173" y="102"/>
                  </a:cubicBezTo>
                  <a:cubicBezTo>
                    <a:pt x="161" y="137"/>
                    <a:pt x="149" y="172"/>
                    <a:pt x="136" y="207"/>
                  </a:cubicBezTo>
                  <a:cubicBezTo>
                    <a:pt x="133" y="216"/>
                    <a:pt x="125" y="222"/>
                    <a:pt x="120" y="230"/>
                  </a:cubicBezTo>
                  <a:cubicBezTo>
                    <a:pt x="117" y="234"/>
                    <a:pt x="111" y="242"/>
                    <a:pt x="111" y="242"/>
                  </a:cubicBezTo>
                  <a:lnTo>
                    <a:pt x="62" y="280"/>
                  </a:lnTo>
                  <a:cubicBezTo>
                    <a:pt x="62" y="280"/>
                    <a:pt x="50" y="315"/>
                    <a:pt x="50" y="315"/>
                  </a:cubicBezTo>
                  <a:cubicBezTo>
                    <a:pt x="48" y="319"/>
                    <a:pt x="45" y="327"/>
                    <a:pt x="45" y="327"/>
                  </a:cubicBezTo>
                  <a:cubicBezTo>
                    <a:pt x="51" y="352"/>
                    <a:pt x="72" y="367"/>
                    <a:pt x="87" y="389"/>
                  </a:cubicBezTo>
                  <a:cubicBezTo>
                    <a:pt x="92" y="397"/>
                    <a:pt x="111" y="405"/>
                    <a:pt x="111" y="405"/>
                  </a:cubicBezTo>
                  <a:cubicBezTo>
                    <a:pt x="121" y="418"/>
                    <a:pt x="131" y="421"/>
                    <a:pt x="136" y="436"/>
                  </a:cubicBezTo>
                  <a:cubicBezTo>
                    <a:pt x="135" y="458"/>
                    <a:pt x="146" y="529"/>
                    <a:pt x="107" y="540"/>
                  </a:cubicBezTo>
                  <a:cubicBezTo>
                    <a:pt x="110" y="552"/>
                    <a:pt x="139" y="592"/>
                    <a:pt x="149" y="599"/>
                  </a:cubicBezTo>
                  <a:cubicBezTo>
                    <a:pt x="157" y="604"/>
                    <a:pt x="165" y="609"/>
                    <a:pt x="173" y="614"/>
                  </a:cubicBezTo>
                  <a:cubicBezTo>
                    <a:pt x="177" y="617"/>
                    <a:pt x="186" y="622"/>
                    <a:pt x="186" y="622"/>
                  </a:cubicBezTo>
                  <a:cubicBezTo>
                    <a:pt x="205" y="648"/>
                    <a:pt x="201" y="656"/>
                    <a:pt x="231" y="661"/>
                  </a:cubicBezTo>
                  <a:cubicBezTo>
                    <a:pt x="245" y="679"/>
                    <a:pt x="270" y="683"/>
                    <a:pt x="289" y="696"/>
                  </a:cubicBezTo>
                  <a:cubicBezTo>
                    <a:pt x="301" y="714"/>
                    <a:pt x="318" y="725"/>
                    <a:pt x="289" y="735"/>
                  </a:cubicBezTo>
                  <a:cubicBezTo>
                    <a:pt x="283" y="751"/>
                    <a:pt x="274" y="764"/>
                    <a:pt x="268" y="781"/>
                  </a:cubicBezTo>
                  <a:cubicBezTo>
                    <a:pt x="279" y="788"/>
                    <a:pt x="305" y="797"/>
                    <a:pt x="305" y="797"/>
                  </a:cubicBezTo>
                  <a:cubicBezTo>
                    <a:pt x="310" y="795"/>
                    <a:pt x="314" y="793"/>
                    <a:pt x="318" y="793"/>
                  </a:cubicBezTo>
                  <a:cubicBezTo>
                    <a:pt x="341" y="793"/>
                    <a:pt x="366" y="790"/>
                    <a:pt x="388" y="797"/>
                  </a:cubicBezTo>
                  <a:cubicBezTo>
                    <a:pt x="396" y="799"/>
                    <a:pt x="380" y="813"/>
                    <a:pt x="371" y="816"/>
                  </a:cubicBezTo>
                  <a:cubicBezTo>
                    <a:pt x="365" y="837"/>
                    <a:pt x="347" y="842"/>
                    <a:pt x="326" y="847"/>
                  </a:cubicBezTo>
                  <a:cubicBezTo>
                    <a:pt x="323" y="851"/>
                    <a:pt x="322" y="857"/>
                    <a:pt x="318" y="859"/>
                  </a:cubicBezTo>
                  <a:cubicBezTo>
                    <a:pt x="310" y="863"/>
                    <a:pt x="296" y="856"/>
                    <a:pt x="289" y="863"/>
                  </a:cubicBezTo>
                  <a:cubicBezTo>
                    <a:pt x="242" y="907"/>
                    <a:pt x="314" y="881"/>
                    <a:pt x="272" y="894"/>
                  </a:cubicBezTo>
                  <a:cubicBezTo>
                    <a:pt x="263" y="908"/>
                    <a:pt x="266" y="920"/>
                    <a:pt x="248" y="925"/>
                  </a:cubicBezTo>
                  <a:cubicBezTo>
                    <a:pt x="194" y="920"/>
                    <a:pt x="209" y="922"/>
                    <a:pt x="198" y="882"/>
                  </a:cubicBezTo>
                  <a:cubicBezTo>
                    <a:pt x="188" y="909"/>
                    <a:pt x="195" y="942"/>
                    <a:pt x="161" y="952"/>
                  </a:cubicBezTo>
                  <a:cubicBezTo>
                    <a:pt x="153" y="963"/>
                    <a:pt x="128" y="979"/>
                    <a:pt x="128" y="979"/>
                  </a:cubicBezTo>
                  <a:cubicBezTo>
                    <a:pt x="127" y="984"/>
                    <a:pt x="128" y="991"/>
                    <a:pt x="124" y="995"/>
                  </a:cubicBezTo>
                  <a:cubicBezTo>
                    <a:pt x="117" y="1001"/>
                    <a:pt x="99" y="1010"/>
                    <a:pt x="99" y="1010"/>
                  </a:cubicBezTo>
                  <a:cubicBezTo>
                    <a:pt x="92" y="1028"/>
                    <a:pt x="91" y="1046"/>
                    <a:pt x="74" y="1057"/>
                  </a:cubicBezTo>
                  <a:cubicBezTo>
                    <a:pt x="67" y="1076"/>
                    <a:pt x="48" y="1073"/>
                    <a:pt x="29" y="1080"/>
                  </a:cubicBezTo>
                  <a:cubicBezTo>
                    <a:pt x="25" y="1092"/>
                    <a:pt x="26" y="1103"/>
                    <a:pt x="21" y="1115"/>
                  </a:cubicBezTo>
                  <a:cubicBezTo>
                    <a:pt x="17" y="1124"/>
                    <a:pt x="7" y="1129"/>
                    <a:pt x="4" y="1138"/>
                  </a:cubicBezTo>
                  <a:cubicBezTo>
                    <a:pt x="3" y="1142"/>
                    <a:pt x="1" y="1146"/>
                    <a:pt x="0" y="1150"/>
                  </a:cubicBezTo>
                  <a:cubicBezTo>
                    <a:pt x="10" y="1177"/>
                    <a:pt x="15" y="1209"/>
                    <a:pt x="29" y="1235"/>
                  </a:cubicBezTo>
                  <a:cubicBezTo>
                    <a:pt x="34" y="1247"/>
                    <a:pt x="45" y="1270"/>
                    <a:pt x="45" y="1270"/>
                  </a:cubicBezTo>
                  <a:cubicBezTo>
                    <a:pt x="48" y="1292"/>
                    <a:pt x="52" y="1308"/>
                    <a:pt x="58" y="1328"/>
                  </a:cubicBezTo>
                  <a:cubicBezTo>
                    <a:pt x="66" y="1327"/>
                    <a:pt x="74" y="1323"/>
                    <a:pt x="83" y="1324"/>
                  </a:cubicBezTo>
                  <a:cubicBezTo>
                    <a:pt x="91" y="1326"/>
                    <a:pt x="105" y="1363"/>
                    <a:pt x="107" y="1371"/>
                  </a:cubicBezTo>
                  <a:cubicBezTo>
                    <a:pt x="110" y="1412"/>
                    <a:pt x="100" y="1425"/>
                    <a:pt x="132" y="1445"/>
                  </a:cubicBezTo>
                  <a:cubicBezTo>
                    <a:pt x="208" y="1441"/>
                    <a:pt x="217" y="1446"/>
                    <a:pt x="268" y="1414"/>
                  </a:cubicBezTo>
                  <a:cubicBezTo>
                    <a:pt x="279" y="1407"/>
                    <a:pt x="293" y="1406"/>
                    <a:pt x="305" y="1402"/>
                  </a:cubicBezTo>
                  <a:cubicBezTo>
                    <a:pt x="310" y="1401"/>
                    <a:pt x="318" y="1398"/>
                    <a:pt x="318" y="1398"/>
                  </a:cubicBezTo>
                  <a:cubicBezTo>
                    <a:pt x="322" y="1385"/>
                    <a:pt x="319" y="1385"/>
                    <a:pt x="334" y="1379"/>
                  </a:cubicBezTo>
                  <a:cubicBezTo>
                    <a:pt x="343" y="1375"/>
                    <a:pt x="359" y="1371"/>
                    <a:pt x="359" y="1371"/>
                  </a:cubicBezTo>
                  <a:cubicBezTo>
                    <a:pt x="377" y="1346"/>
                    <a:pt x="377" y="1343"/>
                    <a:pt x="409" y="1336"/>
                  </a:cubicBezTo>
                  <a:cubicBezTo>
                    <a:pt x="414" y="1328"/>
                    <a:pt x="414" y="1319"/>
                    <a:pt x="421" y="1313"/>
                  </a:cubicBezTo>
                  <a:cubicBezTo>
                    <a:pt x="433" y="1301"/>
                    <a:pt x="462" y="1302"/>
                    <a:pt x="479" y="1297"/>
                  </a:cubicBezTo>
                  <a:cubicBezTo>
                    <a:pt x="528" y="1302"/>
                    <a:pt x="564" y="1310"/>
                    <a:pt x="615" y="1313"/>
                  </a:cubicBezTo>
                  <a:cubicBezTo>
                    <a:pt x="623" y="1343"/>
                    <a:pt x="616" y="1339"/>
                    <a:pt x="656" y="1344"/>
                  </a:cubicBezTo>
                  <a:cubicBezTo>
                    <a:pt x="692" y="1367"/>
                    <a:pt x="671" y="1361"/>
                    <a:pt x="722" y="1355"/>
                  </a:cubicBezTo>
                  <a:cubicBezTo>
                    <a:pt x="728" y="1339"/>
                    <a:pt x="725" y="1321"/>
                    <a:pt x="743" y="1309"/>
                  </a:cubicBezTo>
                  <a:cubicBezTo>
                    <a:pt x="755" y="1301"/>
                    <a:pt x="780" y="1289"/>
                    <a:pt x="780" y="1289"/>
                  </a:cubicBezTo>
                  <a:cubicBezTo>
                    <a:pt x="788" y="1267"/>
                    <a:pt x="797" y="1244"/>
                    <a:pt x="817" y="1231"/>
                  </a:cubicBezTo>
                  <a:cubicBezTo>
                    <a:pt x="831" y="1213"/>
                    <a:pt x="853" y="1195"/>
                    <a:pt x="875" y="1189"/>
                  </a:cubicBezTo>
                  <a:cubicBezTo>
                    <a:pt x="886" y="1190"/>
                    <a:pt x="898" y="1189"/>
                    <a:pt x="908" y="1192"/>
                  </a:cubicBezTo>
                  <a:cubicBezTo>
                    <a:pt x="929" y="1200"/>
                    <a:pt x="916" y="1243"/>
                    <a:pt x="937" y="1255"/>
                  </a:cubicBezTo>
                  <a:cubicBezTo>
                    <a:pt x="948" y="1261"/>
                    <a:pt x="974" y="1266"/>
                    <a:pt x="974" y="1266"/>
                  </a:cubicBezTo>
                  <a:cubicBezTo>
                    <a:pt x="975" y="1269"/>
                    <a:pt x="985" y="1291"/>
                    <a:pt x="995" y="1274"/>
                  </a:cubicBezTo>
                  <a:cubicBezTo>
                    <a:pt x="999" y="1266"/>
                    <a:pt x="995" y="1256"/>
                    <a:pt x="999" y="1247"/>
                  </a:cubicBezTo>
                  <a:cubicBezTo>
                    <a:pt x="1003" y="1238"/>
                    <a:pt x="1015" y="1224"/>
                    <a:pt x="1015" y="1224"/>
                  </a:cubicBezTo>
                  <a:cubicBezTo>
                    <a:pt x="1011" y="1172"/>
                    <a:pt x="1008" y="1173"/>
                    <a:pt x="995" y="1134"/>
                  </a:cubicBezTo>
                  <a:cubicBezTo>
                    <a:pt x="999" y="1048"/>
                    <a:pt x="978" y="1057"/>
                    <a:pt x="1028" y="1026"/>
                  </a:cubicBezTo>
                  <a:cubicBezTo>
                    <a:pt x="1048" y="997"/>
                    <a:pt x="1054" y="961"/>
                    <a:pt x="1065" y="929"/>
                  </a:cubicBezTo>
                  <a:cubicBezTo>
                    <a:pt x="1063" y="898"/>
                    <a:pt x="1080" y="825"/>
                    <a:pt x="1040" y="801"/>
                  </a:cubicBezTo>
                  <a:cubicBezTo>
                    <a:pt x="1025" y="780"/>
                    <a:pt x="1018" y="763"/>
                    <a:pt x="1011" y="738"/>
                  </a:cubicBezTo>
                  <a:cubicBezTo>
                    <a:pt x="1013" y="701"/>
                    <a:pt x="1010" y="663"/>
                    <a:pt x="1015" y="626"/>
                  </a:cubicBezTo>
                  <a:cubicBezTo>
                    <a:pt x="1017" y="617"/>
                    <a:pt x="1032" y="603"/>
                    <a:pt x="1032" y="603"/>
                  </a:cubicBezTo>
                  <a:cubicBezTo>
                    <a:pt x="1037" y="574"/>
                    <a:pt x="1040" y="569"/>
                    <a:pt x="1007" y="564"/>
                  </a:cubicBezTo>
                  <a:cubicBezTo>
                    <a:pt x="999" y="552"/>
                    <a:pt x="986" y="542"/>
                    <a:pt x="974" y="533"/>
                  </a:cubicBezTo>
                  <a:cubicBezTo>
                    <a:pt x="966" y="528"/>
                    <a:pt x="949" y="517"/>
                    <a:pt x="949" y="517"/>
                  </a:cubicBezTo>
                  <a:cubicBezTo>
                    <a:pt x="936" y="497"/>
                    <a:pt x="920" y="463"/>
                    <a:pt x="896" y="455"/>
                  </a:cubicBezTo>
                  <a:cubicBezTo>
                    <a:pt x="849" y="389"/>
                    <a:pt x="841" y="306"/>
                    <a:pt x="801" y="238"/>
                  </a:cubicBezTo>
                  <a:cubicBezTo>
                    <a:pt x="788" y="218"/>
                    <a:pt x="773" y="199"/>
                    <a:pt x="759" y="180"/>
                  </a:cubicBezTo>
                  <a:cubicBezTo>
                    <a:pt x="753" y="169"/>
                    <a:pt x="747" y="145"/>
                    <a:pt x="747" y="145"/>
                  </a:cubicBezTo>
                  <a:cubicBezTo>
                    <a:pt x="746" y="117"/>
                    <a:pt x="748" y="90"/>
                    <a:pt x="743" y="63"/>
                  </a:cubicBezTo>
                  <a:cubicBezTo>
                    <a:pt x="740" y="48"/>
                    <a:pt x="766" y="0"/>
                    <a:pt x="757" y="0"/>
                  </a:cubicBezTo>
                </a:path>
              </a:pathLst>
            </a:custGeom>
            <a:solidFill>
              <a:schemeClr val="hlink"/>
            </a:solidFill>
            <a:ln w="571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348" y="1090"/>
              <a:ext cx="802" cy="860"/>
            </a:xfrm>
            <a:custGeom>
              <a:avLst/>
              <a:gdLst/>
              <a:ahLst/>
              <a:cxnLst>
                <a:cxn ang="0">
                  <a:pos x="11" y="856"/>
                </a:cxn>
                <a:cxn ang="0">
                  <a:pos x="25" y="829"/>
                </a:cxn>
                <a:cxn ang="0">
                  <a:pos x="12" y="794"/>
                </a:cxn>
                <a:cxn ang="0">
                  <a:pos x="0" y="759"/>
                </a:cxn>
                <a:cxn ang="0">
                  <a:pos x="21" y="627"/>
                </a:cxn>
                <a:cxn ang="0">
                  <a:pos x="21" y="441"/>
                </a:cxn>
                <a:cxn ang="0">
                  <a:pos x="37" y="371"/>
                </a:cxn>
                <a:cxn ang="0">
                  <a:pos x="70" y="309"/>
                </a:cxn>
                <a:cxn ang="0">
                  <a:pos x="91" y="278"/>
                </a:cxn>
                <a:cxn ang="0">
                  <a:pos x="136" y="216"/>
                </a:cxn>
                <a:cxn ang="0">
                  <a:pos x="173" y="204"/>
                </a:cxn>
                <a:cxn ang="0">
                  <a:pos x="198" y="197"/>
                </a:cxn>
                <a:cxn ang="0">
                  <a:pos x="231" y="169"/>
                </a:cxn>
                <a:cxn ang="0">
                  <a:pos x="243" y="162"/>
                </a:cxn>
                <a:cxn ang="0">
                  <a:pos x="301" y="72"/>
                </a:cxn>
                <a:cxn ang="0">
                  <a:pos x="343" y="69"/>
                </a:cxn>
                <a:cxn ang="0">
                  <a:pos x="388" y="30"/>
                </a:cxn>
                <a:cxn ang="0">
                  <a:pos x="404" y="18"/>
                </a:cxn>
                <a:cxn ang="0">
                  <a:pos x="454" y="41"/>
                </a:cxn>
                <a:cxn ang="0">
                  <a:pos x="483" y="69"/>
                </a:cxn>
                <a:cxn ang="0">
                  <a:pos x="532" y="88"/>
                </a:cxn>
                <a:cxn ang="0">
                  <a:pos x="557" y="103"/>
                </a:cxn>
                <a:cxn ang="0">
                  <a:pos x="570" y="111"/>
                </a:cxn>
                <a:cxn ang="0">
                  <a:pos x="660" y="131"/>
                </a:cxn>
                <a:cxn ang="0">
                  <a:pos x="739" y="169"/>
                </a:cxn>
                <a:cxn ang="0">
                  <a:pos x="776" y="189"/>
                </a:cxn>
                <a:cxn ang="0">
                  <a:pos x="755" y="332"/>
                </a:cxn>
                <a:cxn ang="0">
                  <a:pos x="739" y="375"/>
                </a:cxn>
                <a:cxn ang="0">
                  <a:pos x="730" y="398"/>
                </a:cxn>
                <a:cxn ang="0">
                  <a:pos x="722" y="445"/>
                </a:cxn>
                <a:cxn ang="0">
                  <a:pos x="697" y="480"/>
                </a:cxn>
                <a:cxn ang="0">
                  <a:pos x="673" y="519"/>
                </a:cxn>
                <a:cxn ang="0">
                  <a:pos x="586" y="720"/>
                </a:cxn>
                <a:cxn ang="0">
                  <a:pos x="561" y="825"/>
                </a:cxn>
                <a:cxn ang="0">
                  <a:pos x="549" y="860"/>
                </a:cxn>
              </a:cxnLst>
              <a:rect l="0" t="0" r="r" b="b"/>
              <a:pathLst>
                <a:path w="802" h="860">
                  <a:moveTo>
                    <a:pt x="11" y="856"/>
                  </a:moveTo>
                  <a:cubicBezTo>
                    <a:pt x="8" y="852"/>
                    <a:pt x="28" y="833"/>
                    <a:pt x="25" y="829"/>
                  </a:cubicBezTo>
                  <a:cubicBezTo>
                    <a:pt x="17" y="819"/>
                    <a:pt x="17" y="806"/>
                    <a:pt x="12" y="794"/>
                  </a:cubicBezTo>
                  <a:cubicBezTo>
                    <a:pt x="8" y="782"/>
                    <a:pt x="0" y="759"/>
                    <a:pt x="0" y="759"/>
                  </a:cubicBezTo>
                  <a:cubicBezTo>
                    <a:pt x="4" y="656"/>
                    <a:pt x="0" y="685"/>
                    <a:pt x="21" y="627"/>
                  </a:cubicBezTo>
                  <a:cubicBezTo>
                    <a:pt x="25" y="569"/>
                    <a:pt x="40" y="497"/>
                    <a:pt x="21" y="441"/>
                  </a:cubicBezTo>
                  <a:cubicBezTo>
                    <a:pt x="23" y="407"/>
                    <a:pt x="19" y="396"/>
                    <a:pt x="37" y="371"/>
                  </a:cubicBezTo>
                  <a:cubicBezTo>
                    <a:pt x="41" y="343"/>
                    <a:pt x="44" y="325"/>
                    <a:pt x="70" y="309"/>
                  </a:cubicBezTo>
                  <a:cubicBezTo>
                    <a:pt x="80" y="282"/>
                    <a:pt x="72" y="291"/>
                    <a:pt x="91" y="278"/>
                  </a:cubicBezTo>
                  <a:cubicBezTo>
                    <a:pt x="102" y="248"/>
                    <a:pt x="109" y="233"/>
                    <a:pt x="136" y="216"/>
                  </a:cubicBezTo>
                  <a:cubicBezTo>
                    <a:pt x="147" y="210"/>
                    <a:pt x="161" y="208"/>
                    <a:pt x="173" y="204"/>
                  </a:cubicBezTo>
                  <a:cubicBezTo>
                    <a:pt x="182" y="202"/>
                    <a:pt x="198" y="197"/>
                    <a:pt x="198" y="197"/>
                  </a:cubicBezTo>
                  <a:cubicBezTo>
                    <a:pt x="212" y="177"/>
                    <a:pt x="202" y="188"/>
                    <a:pt x="231" y="169"/>
                  </a:cubicBezTo>
                  <a:cubicBezTo>
                    <a:pt x="235" y="167"/>
                    <a:pt x="243" y="162"/>
                    <a:pt x="243" y="162"/>
                  </a:cubicBezTo>
                  <a:cubicBezTo>
                    <a:pt x="253" y="149"/>
                    <a:pt x="288" y="75"/>
                    <a:pt x="301" y="72"/>
                  </a:cubicBezTo>
                  <a:cubicBezTo>
                    <a:pt x="315" y="70"/>
                    <a:pt x="329" y="70"/>
                    <a:pt x="343" y="69"/>
                  </a:cubicBezTo>
                  <a:cubicBezTo>
                    <a:pt x="360" y="57"/>
                    <a:pt x="370" y="41"/>
                    <a:pt x="388" y="30"/>
                  </a:cubicBezTo>
                  <a:cubicBezTo>
                    <a:pt x="398" y="3"/>
                    <a:pt x="391" y="0"/>
                    <a:pt x="404" y="18"/>
                  </a:cubicBezTo>
                  <a:cubicBezTo>
                    <a:pt x="411" y="43"/>
                    <a:pt x="428" y="38"/>
                    <a:pt x="454" y="41"/>
                  </a:cubicBezTo>
                  <a:cubicBezTo>
                    <a:pt x="476" y="48"/>
                    <a:pt x="464" y="41"/>
                    <a:pt x="483" y="69"/>
                  </a:cubicBezTo>
                  <a:cubicBezTo>
                    <a:pt x="492" y="83"/>
                    <a:pt x="519" y="79"/>
                    <a:pt x="532" y="88"/>
                  </a:cubicBezTo>
                  <a:cubicBezTo>
                    <a:pt x="541" y="93"/>
                    <a:pt x="549" y="98"/>
                    <a:pt x="557" y="103"/>
                  </a:cubicBezTo>
                  <a:cubicBezTo>
                    <a:pt x="561" y="106"/>
                    <a:pt x="570" y="111"/>
                    <a:pt x="570" y="111"/>
                  </a:cubicBezTo>
                  <a:cubicBezTo>
                    <a:pt x="590" y="140"/>
                    <a:pt x="622" y="128"/>
                    <a:pt x="660" y="131"/>
                  </a:cubicBezTo>
                  <a:cubicBezTo>
                    <a:pt x="688" y="149"/>
                    <a:pt x="707" y="160"/>
                    <a:pt x="739" y="169"/>
                  </a:cubicBezTo>
                  <a:cubicBezTo>
                    <a:pt x="752" y="173"/>
                    <a:pt x="776" y="189"/>
                    <a:pt x="776" y="189"/>
                  </a:cubicBezTo>
                  <a:cubicBezTo>
                    <a:pt x="802" y="226"/>
                    <a:pt x="765" y="291"/>
                    <a:pt x="755" y="332"/>
                  </a:cubicBezTo>
                  <a:cubicBezTo>
                    <a:pt x="751" y="350"/>
                    <a:pt x="747" y="358"/>
                    <a:pt x="739" y="375"/>
                  </a:cubicBezTo>
                  <a:cubicBezTo>
                    <a:pt x="735" y="383"/>
                    <a:pt x="730" y="398"/>
                    <a:pt x="730" y="398"/>
                  </a:cubicBezTo>
                  <a:cubicBezTo>
                    <a:pt x="729" y="405"/>
                    <a:pt x="729" y="433"/>
                    <a:pt x="722" y="445"/>
                  </a:cubicBezTo>
                  <a:cubicBezTo>
                    <a:pt x="715" y="457"/>
                    <a:pt x="702" y="467"/>
                    <a:pt x="697" y="480"/>
                  </a:cubicBezTo>
                  <a:cubicBezTo>
                    <a:pt x="691" y="501"/>
                    <a:pt x="693" y="512"/>
                    <a:pt x="673" y="519"/>
                  </a:cubicBezTo>
                  <a:cubicBezTo>
                    <a:pt x="631" y="578"/>
                    <a:pt x="604" y="652"/>
                    <a:pt x="586" y="720"/>
                  </a:cubicBezTo>
                  <a:cubicBezTo>
                    <a:pt x="582" y="759"/>
                    <a:pt x="574" y="789"/>
                    <a:pt x="561" y="825"/>
                  </a:cubicBezTo>
                  <a:cubicBezTo>
                    <a:pt x="557" y="837"/>
                    <a:pt x="553" y="848"/>
                    <a:pt x="549" y="860"/>
                  </a:cubicBezTo>
                </a:path>
              </a:pathLst>
            </a:custGeom>
            <a:solidFill>
              <a:schemeClr val="hlink"/>
            </a:solidFill>
            <a:ln w="571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5" name="Freeform 14"/>
          <p:cNvSpPr>
            <a:spLocks/>
          </p:cNvSpPr>
          <p:nvPr/>
        </p:nvSpPr>
        <p:spPr bwMode="auto">
          <a:xfrm>
            <a:off x="5638800" y="1889126"/>
            <a:ext cx="4306888" cy="4594225"/>
          </a:xfrm>
          <a:custGeom>
            <a:avLst/>
            <a:gdLst/>
            <a:ahLst/>
            <a:cxnLst>
              <a:cxn ang="0">
                <a:pos x="1342" y="93"/>
              </a:cxn>
              <a:cxn ang="0">
                <a:pos x="1262" y="137"/>
              </a:cxn>
              <a:cxn ang="0">
                <a:pos x="1070" y="221"/>
              </a:cxn>
              <a:cxn ang="0">
                <a:pos x="1002" y="257"/>
              </a:cxn>
              <a:cxn ang="0">
                <a:pos x="884" y="329"/>
              </a:cxn>
              <a:cxn ang="0">
                <a:pos x="668" y="437"/>
              </a:cxn>
              <a:cxn ang="0">
                <a:pos x="646" y="605"/>
              </a:cxn>
              <a:cxn ang="0">
                <a:pos x="728" y="749"/>
              </a:cxn>
              <a:cxn ang="0">
                <a:pos x="406" y="817"/>
              </a:cxn>
              <a:cxn ang="0">
                <a:pos x="323" y="873"/>
              </a:cxn>
              <a:cxn ang="0">
                <a:pos x="307" y="1016"/>
              </a:cxn>
              <a:cxn ang="0">
                <a:pos x="295" y="1065"/>
              </a:cxn>
              <a:cxn ang="0">
                <a:pos x="439" y="1187"/>
              </a:cxn>
              <a:cxn ang="0">
                <a:pos x="430" y="1245"/>
              </a:cxn>
              <a:cxn ang="0">
                <a:pos x="396" y="1291"/>
              </a:cxn>
              <a:cxn ang="0">
                <a:pos x="330" y="1356"/>
              </a:cxn>
              <a:cxn ang="0">
                <a:pos x="278" y="1532"/>
              </a:cxn>
              <a:cxn ang="0">
                <a:pos x="158" y="1586"/>
              </a:cxn>
              <a:cxn ang="0">
                <a:pos x="14" y="1514"/>
              </a:cxn>
              <a:cxn ang="0">
                <a:pos x="80" y="1580"/>
              </a:cxn>
              <a:cxn ang="0">
                <a:pos x="74" y="1694"/>
              </a:cxn>
              <a:cxn ang="0">
                <a:pos x="200" y="1796"/>
              </a:cxn>
              <a:cxn ang="0">
                <a:pos x="305" y="1892"/>
              </a:cxn>
              <a:cxn ang="0">
                <a:pos x="149" y="2018"/>
              </a:cxn>
              <a:cxn ang="0">
                <a:pos x="113" y="2240"/>
              </a:cxn>
              <a:cxn ang="0">
                <a:pos x="101" y="2372"/>
              </a:cxn>
              <a:cxn ang="0">
                <a:pos x="161" y="2462"/>
              </a:cxn>
              <a:cxn ang="0">
                <a:pos x="143" y="2624"/>
              </a:cxn>
              <a:cxn ang="0">
                <a:pos x="281" y="2690"/>
              </a:cxn>
              <a:cxn ang="0">
                <a:pos x="449" y="2882"/>
              </a:cxn>
              <a:cxn ang="0">
                <a:pos x="563" y="2648"/>
              </a:cxn>
              <a:cxn ang="0">
                <a:pos x="641" y="2648"/>
              </a:cxn>
              <a:cxn ang="0">
                <a:pos x="989" y="2696"/>
              </a:cxn>
              <a:cxn ang="0">
                <a:pos x="1130" y="2191"/>
              </a:cxn>
              <a:cxn ang="0">
                <a:pos x="1209" y="2107"/>
              </a:cxn>
              <a:cxn ang="0">
                <a:pos x="1252" y="2054"/>
              </a:cxn>
              <a:cxn ang="0">
                <a:pos x="1558" y="1885"/>
              </a:cxn>
              <a:cxn ang="0">
                <a:pos x="1826" y="1807"/>
              </a:cxn>
              <a:cxn ang="0">
                <a:pos x="2234" y="1852"/>
              </a:cxn>
              <a:cxn ang="0">
                <a:pos x="2458" y="1983"/>
              </a:cxn>
              <a:cxn ang="0">
                <a:pos x="2517" y="2048"/>
              </a:cxn>
              <a:cxn ang="0">
                <a:pos x="2502" y="1937"/>
              </a:cxn>
              <a:cxn ang="0">
                <a:pos x="2502" y="1852"/>
              </a:cxn>
              <a:cxn ang="0">
                <a:pos x="2618" y="1617"/>
              </a:cxn>
              <a:cxn ang="0">
                <a:pos x="2713" y="1487"/>
              </a:cxn>
              <a:cxn ang="0">
                <a:pos x="2546" y="1356"/>
              </a:cxn>
              <a:cxn ang="0">
                <a:pos x="2452" y="1240"/>
              </a:cxn>
              <a:cxn ang="0">
                <a:pos x="2379" y="1102"/>
              </a:cxn>
              <a:cxn ang="0">
                <a:pos x="2400" y="900"/>
              </a:cxn>
              <a:cxn ang="0">
                <a:pos x="2292" y="920"/>
              </a:cxn>
              <a:cxn ang="0">
                <a:pos x="1805" y="834"/>
              </a:cxn>
              <a:cxn ang="0">
                <a:pos x="1718" y="581"/>
              </a:cxn>
              <a:cxn ang="0">
                <a:pos x="1768" y="502"/>
              </a:cxn>
              <a:cxn ang="0">
                <a:pos x="1718" y="157"/>
              </a:cxn>
              <a:cxn ang="0">
                <a:pos x="1652" y="92"/>
              </a:cxn>
              <a:cxn ang="0">
                <a:pos x="1536" y="59"/>
              </a:cxn>
              <a:cxn ang="0">
                <a:pos x="1427" y="6"/>
              </a:cxn>
              <a:cxn ang="0">
                <a:pos x="1374" y="97"/>
              </a:cxn>
            </a:cxnLst>
            <a:rect l="0" t="0" r="r" b="b"/>
            <a:pathLst>
              <a:path w="2713" h="2894">
                <a:moveTo>
                  <a:pt x="1418" y="65"/>
                </a:moveTo>
                <a:cubicBezTo>
                  <a:pt x="1400" y="73"/>
                  <a:pt x="1360" y="88"/>
                  <a:pt x="1342" y="93"/>
                </a:cubicBezTo>
                <a:cubicBezTo>
                  <a:pt x="1324" y="98"/>
                  <a:pt x="1323" y="90"/>
                  <a:pt x="1310" y="97"/>
                </a:cubicBezTo>
                <a:cubicBezTo>
                  <a:pt x="1287" y="111"/>
                  <a:pt x="1288" y="126"/>
                  <a:pt x="1262" y="137"/>
                </a:cubicBezTo>
                <a:cubicBezTo>
                  <a:pt x="1229" y="151"/>
                  <a:pt x="1197" y="162"/>
                  <a:pt x="1162" y="173"/>
                </a:cubicBezTo>
                <a:cubicBezTo>
                  <a:pt x="1133" y="191"/>
                  <a:pt x="1092" y="207"/>
                  <a:pt x="1070" y="221"/>
                </a:cubicBezTo>
                <a:cubicBezTo>
                  <a:pt x="1048" y="235"/>
                  <a:pt x="1041" y="251"/>
                  <a:pt x="1030" y="257"/>
                </a:cubicBezTo>
                <a:cubicBezTo>
                  <a:pt x="1002" y="270"/>
                  <a:pt x="1016" y="250"/>
                  <a:pt x="1002" y="257"/>
                </a:cubicBezTo>
                <a:cubicBezTo>
                  <a:pt x="988" y="264"/>
                  <a:pt x="966" y="285"/>
                  <a:pt x="946" y="297"/>
                </a:cubicBezTo>
                <a:cubicBezTo>
                  <a:pt x="926" y="309"/>
                  <a:pt x="909" y="314"/>
                  <a:pt x="884" y="329"/>
                </a:cubicBezTo>
                <a:cubicBezTo>
                  <a:pt x="860" y="364"/>
                  <a:pt x="825" y="366"/>
                  <a:pt x="794" y="385"/>
                </a:cubicBezTo>
                <a:cubicBezTo>
                  <a:pt x="728" y="424"/>
                  <a:pt x="746" y="428"/>
                  <a:pt x="668" y="437"/>
                </a:cubicBezTo>
                <a:cubicBezTo>
                  <a:pt x="732" y="457"/>
                  <a:pt x="620" y="437"/>
                  <a:pt x="608" y="509"/>
                </a:cubicBezTo>
                <a:cubicBezTo>
                  <a:pt x="611" y="524"/>
                  <a:pt x="636" y="592"/>
                  <a:pt x="646" y="605"/>
                </a:cubicBezTo>
                <a:cubicBezTo>
                  <a:pt x="669" y="637"/>
                  <a:pt x="678" y="681"/>
                  <a:pt x="714" y="701"/>
                </a:cubicBezTo>
                <a:cubicBezTo>
                  <a:pt x="720" y="721"/>
                  <a:pt x="721" y="729"/>
                  <a:pt x="728" y="749"/>
                </a:cubicBezTo>
                <a:cubicBezTo>
                  <a:pt x="731" y="755"/>
                  <a:pt x="728" y="821"/>
                  <a:pt x="728" y="821"/>
                </a:cubicBezTo>
                <a:cubicBezTo>
                  <a:pt x="674" y="837"/>
                  <a:pt x="476" y="817"/>
                  <a:pt x="406" y="817"/>
                </a:cubicBezTo>
                <a:cubicBezTo>
                  <a:pt x="336" y="817"/>
                  <a:pt x="322" y="812"/>
                  <a:pt x="308" y="821"/>
                </a:cubicBezTo>
                <a:cubicBezTo>
                  <a:pt x="323" y="858"/>
                  <a:pt x="318" y="833"/>
                  <a:pt x="323" y="873"/>
                </a:cubicBezTo>
                <a:cubicBezTo>
                  <a:pt x="320" y="918"/>
                  <a:pt x="321" y="961"/>
                  <a:pt x="316" y="1004"/>
                </a:cubicBezTo>
                <a:cubicBezTo>
                  <a:pt x="314" y="1029"/>
                  <a:pt x="310" y="1010"/>
                  <a:pt x="307" y="1016"/>
                </a:cubicBezTo>
                <a:cubicBezTo>
                  <a:pt x="305" y="1022"/>
                  <a:pt x="303" y="1035"/>
                  <a:pt x="301" y="1044"/>
                </a:cubicBezTo>
                <a:cubicBezTo>
                  <a:pt x="301" y="1054"/>
                  <a:pt x="286" y="1056"/>
                  <a:pt x="295" y="1065"/>
                </a:cubicBezTo>
                <a:cubicBezTo>
                  <a:pt x="303" y="1075"/>
                  <a:pt x="328" y="1082"/>
                  <a:pt x="352" y="1102"/>
                </a:cubicBezTo>
                <a:cubicBezTo>
                  <a:pt x="374" y="1131"/>
                  <a:pt x="400" y="1175"/>
                  <a:pt x="439" y="1187"/>
                </a:cubicBezTo>
                <a:cubicBezTo>
                  <a:pt x="453" y="1204"/>
                  <a:pt x="473" y="1210"/>
                  <a:pt x="453" y="1232"/>
                </a:cubicBezTo>
                <a:cubicBezTo>
                  <a:pt x="447" y="1238"/>
                  <a:pt x="436" y="1241"/>
                  <a:pt x="430" y="1245"/>
                </a:cubicBezTo>
                <a:cubicBezTo>
                  <a:pt x="423" y="1248"/>
                  <a:pt x="392" y="1259"/>
                  <a:pt x="385" y="1263"/>
                </a:cubicBezTo>
                <a:cubicBezTo>
                  <a:pt x="381" y="1270"/>
                  <a:pt x="402" y="1286"/>
                  <a:pt x="396" y="1291"/>
                </a:cubicBezTo>
                <a:cubicBezTo>
                  <a:pt x="389" y="1296"/>
                  <a:pt x="380" y="1298"/>
                  <a:pt x="374" y="1304"/>
                </a:cubicBezTo>
                <a:cubicBezTo>
                  <a:pt x="353" y="1327"/>
                  <a:pt x="368" y="1333"/>
                  <a:pt x="330" y="1356"/>
                </a:cubicBezTo>
                <a:cubicBezTo>
                  <a:pt x="310" y="1413"/>
                  <a:pt x="393" y="1489"/>
                  <a:pt x="425" y="1532"/>
                </a:cubicBezTo>
                <a:cubicBezTo>
                  <a:pt x="423" y="1566"/>
                  <a:pt x="327" y="1521"/>
                  <a:pt x="278" y="1532"/>
                </a:cubicBezTo>
                <a:cubicBezTo>
                  <a:pt x="242" y="1542"/>
                  <a:pt x="226" y="1583"/>
                  <a:pt x="206" y="1592"/>
                </a:cubicBezTo>
                <a:cubicBezTo>
                  <a:pt x="186" y="1601"/>
                  <a:pt x="181" y="1601"/>
                  <a:pt x="158" y="1586"/>
                </a:cubicBezTo>
                <a:cubicBezTo>
                  <a:pt x="128" y="1514"/>
                  <a:pt x="26" y="1477"/>
                  <a:pt x="68" y="1502"/>
                </a:cubicBezTo>
                <a:cubicBezTo>
                  <a:pt x="60" y="1498"/>
                  <a:pt x="0" y="1470"/>
                  <a:pt x="14" y="1514"/>
                </a:cubicBezTo>
                <a:cubicBezTo>
                  <a:pt x="9" y="1524"/>
                  <a:pt x="27" y="1551"/>
                  <a:pt x="38" y="1562"/>
                </a:cubicBezTo>
                <a:cubicBezTo>
                  <a:pt x="49" y="1573"/>
                  <a:pt x="72" y="1565"/>
                  <a:pt x="80" y="1580"/>
                </a:cubicBezTo>
                <a:cubicBezTo>
                  <a:pt x="88" y="1595"/>
                  <a:pt x="87" y="1633"/>
                  <a:pt x="86" y="1652"/>
                </a:cubicBezTo>
                <a:cubicBezTo>
                  <a:pt x="85" y="1671"/>
                  <a:pt x="65" y="1673"/>
                  <a:pt x="74" y="1694"/>
                </a:cubicBezTo>
                <a:cubicBezTo>
                  <a:pt x="83" y="1715"/>
                  <a:pt x="119" y="1761"/>
                  <a:pt x="140" y="1778"/>
                </a:cubicBezTo>
                <a:cubicBezTo>
                  <a:pt x="161" y="1795"/>
                  <a:pt x="180" y="1788"/>
                  <a:pt x="200" y="1796"/>
                </a:cubicBezTo>
                <a:cubicBezTo>
                  <a:pt x="207" y="1812"/>
                  <a:pt x="275" y="1781"/>
                  <a:pt x="263" y="1826"/>
                </a:cubicBezTo>
                <a:cubicBezTo>
                  <a:pt x="280" y="1842"/>
                  <a:pt x="298" y="1871"/>
                  <a:pt x="305" y="1892"/>
                </a:cubicBezTo>
                <a:cubicBezTo>
                  <a:pt x="312" y="1913"/>
                  <a:pt x="331" y="1931"/>
                  <a:pt x="305" y="1952"/>
                </a:cubicBezTo>
                <a:cubicBezTo>
                  <a:pt x="279" y="1973"/>
                  <a:pt x="174" y="1981"/>
                  <a:pt x="149" y="2018"/>
                </a:cubicBezTo>
                <a:cubicBezTo>
                  <a:pt x="124" y="2055"/>
                  <a:pt x="153" y="2074"/>
                  <a:pt x="155" y="2174"/>
                </a:cubicBezTo>
                <a:cubicBezTo>
                  <a:pt x="149" y="2211"/>
                  <a:pt x="119" y="2220"/>
                  <a:pt x="113" y="2240"/>
                </a:cubicBezTo>
                <a:cubicBezTo>
                  <a:pt x="107" y="2260"/>
                  <a:pt x="121" y="2272"/>
                  <a:pt x="119" y="2294"/>
                </a:cubicBezTo>
                <a:cubicBezTo>
                  <a:pt x="117" y="2316"/>
                  <a:pt x="103" y="2346"/>
                  <a:pt x="101" y="2372"/>
                </a:cubicBezTo>
                <a:cubicBezTo>
                  <a:pt x="99" y="2398"/>
                  <a:pt x="97" y="2435"/>
                  <a:pt x="107" y="2450"/>
                </a:cubicBezTo>
                <a:cubicBezTo>
                  <a:pt x="117" y="2465"/>
                  <a:pt x="154" y="2449"/>
                  <a:pt x="161" y="2462"/>
                </a:cubicBezTo>
                <a:cubicBezTo>
                  <a:pt x="168" y="2475"/>
                  <a:pt x="152" y="2501"/>
                  <a:pt x="149" y="2528"/>
                </a:cubicBezTo>
                <a:cubicBezTo>
                  <a:pt x="146" y="2555"/>
                  <a:pt x="125" y="2588"/>
                  <a:pt x="143" y="2624"/>
                </a:cubicBezTo>
                <a:cubicBezTo>
                  <a:pt x="150" y="2644"/>
                  <a:pt x="124" y="2621"/>
                  <a:pt x="191" y="2648"/>
                </a:cubicBezTo>
                <a:cubicBezTo>
                  <a:pt x="214" y="2659"/>
                  <a:pt x="254" y="2680"/>
                  <a:pt x="281" y="2690"/>
                </a:cubicBezTo>
                <a:cubicBezTo>
                  <a:pt x="308" y="2700"/>
                  <a:pt x="325" y="2676"/>
                  <a:pt x="353" y="2708"/>
                </a:cubicBezTo>
                <a:cubicBezTo>
                  <a:pt x="381" y="2740"/>
                  <a:pt x="425" y="2870"/>
                  <a:pt x="449" y="2882"/>
                </a:cubicBezTo>
                <a:cubicBezTo>
                  <a:pt x="473" y="2894"/>
                  <a:pt x="478" y="2819"/>
                  <a:pt x="497" y="2780"/>
                </a:cubicBezTo>
                <a:cubicBezTo>
                  <a:pt x="521" y="2746"/>
                  <a:pt x="533" y="2670"/>
                  <a:pt x="563" y="2648"/>
                </a:cubicBezTo>
                <a:cubicBezTo>
                  <a:pt x="583" y="2625"/>
                  <a:pt x="604" y="2642"/>
                  <a:pt x="617" y="2642"/>
                </a:cubicBezTo>
                <a:cubicBezTo>
                  <a:pt x="630" y="2642"/>
                  <a:pt x="596" y="2649"/>
                  <a:pt x="641" y="2648"/>
                </a:cubicBezTo>
                <a:cubicBezTo>
                  <a:pt x="686" y="2647"/>
                  <a:pt x="829" y="2628"/>
                  <a:pt x="887" y="2636"/>
                </a:cubicBezTo>
                <a:cubicBezTo>
                  <a:pt x="945" y="2644"/>
                  <a:pt x="952" y="2746"/>
                  <a:pt x="989" y="2696"/>
                </a:cubicBezTo>
                <a:cubicBezTo>
                  <a:pt x="1026" y="2646"/>
                  <a:pt x="1097" y="2414"/>
                  <a:pt x="1109" y="2336"/>
                </a:cubicBezTo>
                <a:cubicBezTo>
                  <a:pt x="1109" y="2294"/>
                  <a:pt x="1084" y="2204"/>
                  <a:pt x="1130" y="2191"/>
                </a:cubicBezTo>
                <a:cubicBezTo>
                  <a:pt x="1189" y="2176"/>
                  <a:pt x="1142" y="2154"/>
                  <a:pt x="1165" y="2133"/>
                </a:cubicBezTo>
                <a:cubicBezTo>
                  <a:pt x="1178" y="2121"/>
                  <a:pt x="1194" y="2115"/>
                  <a:pt x="1209" y="2107"/>
                </a:cubicBezTo>
                <a:cubicBezTo>
                  <a:pt x="1217" y="2102"/>
                  <a:pt x="1231" y="2093"/>
                  <a:pt x="1231" y="2093"/>
                </a:cubicBezTo>
                <a:cubicBezTo>
                  <a:pt x="1236" y="2079"/>
                  <a:pt x="1248" y="2069"/>
                  <a:pt x="1252" y="2054"/>
                </a:cubicBezTo>
                <a:cubicBezTo>
                  <a:pt x="1268" y="2009"/>
                  <a:pt x="1254" y="1981"/>
                  <a:pt x="1296" y="1956"/>
                </a:cubicBezTo>
                <a:cubicBezTo>
                  <a:pt x="1353" y="1879"/>
                  <a:pt x="1469" y="1889"/>
                  <a:pt x="1558" y="1885"/>
                </a:cubicBezTo>
                <a:cubicBezTo>
                  <a:pt x="1606" y="1871"/>
                  <a:pt x="1654" y="1859"/>
                  <a:pt x="1703" y="1846"/>
                </a:cubicBezTo>
                <a:cubicBezTo>
                  <a:pt x="1754" y="1830"/>
                  <a:pt x="1769" y="1814"/>
                  <a:pt x="1826" y="1807"/>
                </a:cubicBezTo>
                <a:cubicBezTo>
                  <a:pt x="1938" y="1809"/>
                  <a:pt x="2050" y="1809"/>
                  <a:pt x="2161" y="1813"/>
                </a:cubicBezTo>
                <a:cubicBezTo>
                  <a:pt x="2198" y="1814"/>
                  <a:pt x="2207" y="1836"/>
                  <a:pt x="2234" y="1852"/>
                </a:cubicBezTo>
                <a:cubicBezTo>
                  <a:pt x="2286" y="1884"/>
                  <a:pt x="2353" y="1897"/>
                  <a:pt x="2408" y="1930"/>
                </a:cubicBezTo>
                <a:cubicBezTo>
                  <a:pt x="2442" y="1976"/>
                  <a:pt x="2423" y="1960"/>
                  <a:pt x="2458" y="1983"/>
                </a:cubicBezTo>
                <a:cubicBezTo>
                  <a:pt x="2467" y="2006"/>
                  <a:pt x="2454" y="2037"/>
                  <a:pt x="2473" y="2054"/>
                </a:cubicBezTo>
                <a:cubicBezTo>
                  <a:pt x="2484" y="2065"/>
                  <a:pt x="2502" y="2050"/>
                  <a:pt x="2517" y="2048"/>
                </a:cubicBezTo>
                <a:cubicBezTo>
                  <a:pt x="2551" y="2003"/>
                  <a:pt x="2560" y="2017"/>
                  <a:pt x="2524" y="1995"/>
                </a:cubicBezTo>
                <a:cubicBezTo>
                  <a:pt x="2523" y="1991"/>
                  <a:pt x="2502" y="1938"/>
                  <a:pt x="2502" y="1937"/>
                </a:cubicBezTo>
                <a:cubicBezTo>
                  <a:pt x="2500" y="1930"/>
                  <a:pt x="2495" y="1917"/>
                  <a:pt x="2495" y="1917"/>
                </a:cubicBezTo>
                <a:cubicBezTo>
                  <a:pt x="2497" y="1895"/>
                  <a:pt x="2495" y="1873"/>
                  <a:pt x="2502" y="1852"/>
                </a:cubicBezTo>
                <a:cubicBezTo>
                  <a:pt x="2513" y="1822"/>
                  <a:pt x="2552" y="1786"/>
                  <a:pt x="2568" y="1754"/>
                </a:cubicBezTo>
                <a:cubicBezTo>
                  <a:pt x="2589" y="1711"/>
                  <a:pt x="2601" y="1662"/>
                  <a:pt x="2618" y="1617"/>
                </a:cubicBezTo>
                <a:cubicBezTo>
                  <a:pt x="2627" y="1593"/>
                  <a:pt x="2633" y="1552"/>
                  <a:pt x="2647" y="1532"/>
                </a:cubicBezTo>
                <a:cubicBezTo>
                  <a:pt x="2664" y="1512"/>
                  <a:pt x="2713" y="1487"/>
                  <a:pt x="2713" y="1487"/>
                </a:cubicBezTo>
                <a:cubicBezTo>
                  <a:pt x="2700" y="1452"/>
                  <a:pt x="2681" y="1467"/>
                  <a:pt x="2647" y="1448"/>
                </a:cubicBezTo>
                <a:cubicBezTo>
                  <a:pt x="2623" y="1380"/>
                  <a:pt x="2601" y="1390"/>
                  <a:pt x="2546" y="1356"/>
                </a:cubicBezTo>
                <a:cubicBezTo>
                  <a:pt x="2520" y="1321"/>
                  <a:pt x="2530" y="1271"/>
                  <a:pt x="2517" y="1252"/>
                </a:cubicBezTo>
                <a:cubicBezTo>
                  <a:pt x="2504" y="1234"/>
                  <a:pt x="2472" y="1246"/>
                  <a:pt x="2452" y="1240"/>
                </a:cubicBezTo>
                <a:cubicBezTo>
                  <a:pt x="2417" y="1209"/>
                  <a:pt x="2408" y="1182"/>
                  <a:pt x="2394" y="1142"/>
                </a:cubicBezTo>
                <a:cubicBezTo>
                  <a:pt x="2388" y="1128"/>
                  <a:pt x="2384" y="1115"/>
                  <a:pt x="2379" y="1102"/>
                </a:cubicBezTo>
                <a:cubicBezTo>
                  <a:pt x="2377" y="1095"/>
                  <a:pt x="2371" y="1083"/>
                  <a:pt x="2371" y="1083"/>
                </a:cubicBezTo>
                <a:cubicBezTo>
                  <a:pt x="2377" y="1005"/>
                  <a:pt x="2382" y="966"/>
                  <a:pt x="2400" y="900"/>
                </a:cubicBezTo>
                <a:cubicBezTo>
                  <a:pt x="2374" y="884"/>
                  <a:pt x="2375" y="879"/>
                  <a:pt x="2336" y="893"/>
                </a:cubicBezTo>
                <a:cubicBezTo>
                  <a:pt x="2320" y="900"/>
                  <a:pt x="2292" y="920"/>
                  <a:pt x="2292" y="920"/>
                </a:cubicBezTo>
                <a:cubicBezTo>
                  <a:pt x="2102" y="917"/>
                  <a:pt x="1996" y="928"/>
                  <a:pt x="1841" y="893"/>
                </a:cubicBezTo>
                <a:cubicBezTo>
                  <a:pt x="1807" y="849"/>
                  <a:pt x="1819" y="869"/>
                  <a:pt x="1805" y="834"/>
                </a:cubicBezTo>
                <a:cubicBezTo>
                  <a:pt x="1796" y="727"/>
                  <a:pt x="1793" y="721"/>
                  <a:pt x="1747" y="639"/>
                </a:cubicBezTo>
                <a:cubicBezTo>
                  <a:pt x="1711" y="577"/>
                  <a:pt x="1755" y="682"/>
                  <a:pt x="1718" y="581"/>
                </a:cubicBezTo>
                <a:cubicBezTo>
                  <a:pt x="1711" y="565"/>
                  <a:pt x="1689" y="541"/>
                  <a:pt x="1689" y="541"/>
                </a:cubicBezTo>
                <a:cubicBezTo>
                  <a:pt x="1700" y="507"/>
                  <a:pt x="1734" y="514"/>
                  <a:pt x="1768" y="502"/>
                </a:cubicBezTo>
                <a:cubicBezTo>
                  <a:pt x="1805" y="403"/>
                  <a:pt x="1745" y="354"/>
                  <a:pt x="1733" y="267"/>
                </a:cubicBezTo>
                <a:cubicBezTo>
                  <a:pt x="1727" y="230"/>
                  <a:pt x="1735" y="190"/>
                  <a:pt x="1718" y="157"/>
                </a:cubicBezTo>
                <a:cubicBezTo>
                  <a:pt x="1710" y="141"/>
                  <a:pt x="1669" y="139"/>
                  <a:pt x="1660" y="137"/>
                </a:cubicBezTo>
                <a:cubicBezTo>
                  <a:pt x="1658" y="122"/>
                  <a:pt x="1664" y="102"/>
                  <a:pt x="1652" y="92"/>
                </a:cubicBezTo>
                <a:cubicBezTo>
                  <a:pt x="1640" y="80"/>
                  <a:pt x="1619" y="88"/>
                  <a:pt x="1602" y="85"/>
                </a:cubicBezTo>
                <a:cubicBezTo>
                  <a:pt x="1577" y="80"/>
                  <a:pt x="1559" y="65"/>
                  <a:pt x="1536" y="59"/>
                </a:cubicBezTo>
                <a:cubicBezTo>
                  <a:pt x="1501" y="11"/>
                  <a:pt x="1509" y="27"/>
                  <a:pt x="1463" y="0"/>
                </a:cubicBezTo>
                <a:cubicBezTo>
                  <a:pt x="1451" y="2"/>
                  <a:pt x="1437" y="0"/>
                  <a:pt x="1427" y="6"/>
                </a:cubicBezTo>
                <a:cubicBezTo>
                  <a:pt x="1414" y="16"/>
                  <a:pt x="1432" y="65"/>
                  <a:pt x="1422" y="77"/>
                </a:cubicBezTo>
                <a:cubicBezTo>
                  <a:pt x="1414" y="90"/>
                  <a:pt x="1385" y="87"/>
                  <a:pt x="1374" y="97"/>
                </a:cubicBezTo>
              </a:path>
            </a:pathLst>
          </a:custGeom>
          <a:solidFill>
            <a:srgbClr val="FFC000"/>
          </a:solidFill>
          <a:ln w="57150" cmpd="sng">
            <a:solidFill>
              <a:srgbClr val="FFC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6" name="Freeform 15" descr="80%"/>
          <p:cNvSpPr>
            <a:spLocks/>
          </p:cNvSpPr>
          <p:nvPr/>
        </p:nvSpPr>
        <p:spPr bwMode="auto">
          <a:xfrm>
            <a:off x="3614738" y="63500"/>
            <a:ext cx="4310062" cy="3386138"/>
          </a:xfrm>
          <a:custGeom>
            <a:avLst/>
            <a:gdLst/>
            <a:ahLst/>
            <a:cxnLst>
              <a:cxn ang="0">
                <a:pos x="414" y="1443"/>
              </a:cxn>
              <a:cxn ang="0">
                <a:pos x="486" y="1479"/>
              </a:cxn>
              <a:cxn ang="0">
                <a:pos x="558" y="1563"/>
              </a:cxn>
              <a:cxn ang="0">
                <a:pos x="798" y="1716"/>
              </a:cxn>
              <a:cxn ang="0">
                <a:pos x="882" y="1839"/>
              </a:cxn>
              <a:cxn ang="0">
                <a:pos x="978" y="1875"/>
              </a:cxn>
              <a:cxn ang="0">
                <a:pos x="1104" y="2040"/>
              </a:cxn>
              <a:cxn ang="0">
                <a:pos x="1176" y="2118"/>
              </a:cxn>
              <a:cxn ang="0">
                <a:pos x="1302" y="2100"/>
              </a:cxn>
              <a:cxn ang="0">
                <a:pos x="1350" y="2016"/>
              </a:cxn>
              <a:cxn ang="0">
                <a:pos x="1398" y="1944"/>
              </a:cxn>
              <a:cxn ang="0">
                <a:pos x="1602" y="1923"/>
              </a:cxn>
              <a:cxn ang="0">
                <a:pos x="1902" y="1962"/>
              </a:cxn>
              <a:cxn ang="0">
                <a:pos x="1872" y="1656"/>
              </a:cxn>
              <a:cxn ang="0">
                <a:pos x="1971" y="1561"/>
              </a:cxn>
              <a:cxn ang="0">
                <a:pos x="2247" y="1410"/>
              </a:cxn>
              <a:cxn ang="0">
                <a:pos x="2334" y="1347"/>
              </a:cxn>
              <a:cxn ang="0">
                <a:pos x="2442" y="1287"/>
              </a:cxn>
              <a:cxn ang="0">
                <a:pos x="2589" y="1224"/>
              </a:cxn>
              <a:cxn ang="0">
                <a:pos x="2586" y="1167"/>
              </a:cxn>
              <a:cxn ang="0">
                <a:pos x="2451" y="1026"/>
              </a:cxn>
              <a:cxn ang="0">
                <a:pos x="2247" y="996"/>
              </a:cxn>
              <a:cxn ang="0">
                <a:pos x="2175" y="900"/>
              </a:cxn>
              <a:cxn ang="0">
                <a:pos x="1863" y="840"/>
              </a:cxn>
              <a:cxn ang="0">
                <a:pos x="1578" y="723"/>
              </a:cxn>
              <a:cxn ang="0">
                <a:pos x="1437" y="486"/>
              </a:cxn>
              <a:cxn ang="0">
                <a:pos x="1455" y="306"/>
              </a:cxn>
              <a:cxn ang="0">
                <a:pos x="1437" y="156"/>
              </a:cxn>
              <a:cxn ang="0">
                <a:pos x="1335" y="54"/>
              </a:cxn>
              <a:cxn ang="0">
                <a:pos x="1179" y="18"/>
              </a:cxn>
              <a:cxn ang="0">
                <a:pos x="987" y="96"/>
              </a:cxn>
              <a:cxn ang="0">
                <a:pos x="858" y="135"/>
              </a:cxn>
              <a:cxn ang="0">
                <a:pos x="762" y="195"/>
              </a:cxn>
              <a:cxn ang="0">
                <a:pos x="510" y="303"/>
              </a:cxn>
              <a:cxn ang="0">
                <a:pos x="330" y="447"/>
              </a:cxn>
              <a:cxn ang="0">
                <a:pos x="150" y="423"/>
              </a:cxn>
              <a:cxn ang="0">
                <a:pos x="42" y="453"/>
              </a:cxn>
              <a:cxn ang="0">
                <a:pos x="108" y="561"/>
              </a:cxn>
              <a:cxn ang="0">
                <a:pos x="210" y="681"/>
              </a:cxn>
              <a:cxn ang="0">
                <a:pos x="306" y="849"/>
              </a:cxn>
              <a:cxn ang="0">
                <a:pos x="192" y="1017"/>
              </a:cxn>
              <a:cxn ang="0">
                <a:pos x="198" y="1149"/>
              </a:cxn>
              <a:cxn ang="0">
                <a:pos x="198" y="1371"/>
              </a:cxn>
            </a:cxnLst>
            <a:rect l="0" t="0" r="r" b="b"/>
            <a:pathLst>
              <a:path w="2715" h="2133">
                <a:moveTo>
                  <a:pt x="198" y="1371"/>
                </a:moveTo>
                <a:cubicBezTo>
                  <a:pt x="280" y="1383"/>
                  <a:pt x="337" y="1421"/>
                  <a:pt x="414" y="1443"/>
                </a:cubicBezTo>
                <a:cubicBezTo>
                  <a:pt x="426" y="1446"/>
                  <a:pt x="438" y="1450"/>
                  <a:pt x="450" y="1455"/>
                </a:cubicBezTo>
                <a:cubicBezTo>
                  <a:pt x="460" y="1459"/>
                  <a:pt x="472" y="1475"/>
                  <a:pt x="486" y="1479"/>
                </a:cubicBezTo>
                <a:cubicBezTo>
                  <a:pt x="500" y="1483"/>
                  <a:pt x="522" y="1465"/>
                  <a:pt x="534" y="1479"/>
                </a:cubicBezTo>
                <a:cubicBezTo>
                  <a:pt x="544" y="1520"/>
                  <a:pt x="519" y="1543"/>
                  <a:pt x="558" y="1563"/>
                </a:cubicBezTo>
                <a:cubicBezTo>
                  <a:pt x="586" y="1620"/>
                  <a:pt x="694" y="1599"/>
                  <a:pt x="750" y="1608"/>
                </a:cubicBezTo>
                <a:cubicBezTo>
                  <a:pt x="774" y="1662"/>
                  <a:pt x="774" y="1680"/>
                  <a:pt x="798" y="1716"/>
                </a:cubicBezTo>
                <a:cubicBezTo>
                  <a:pt x="840" y="1770"/>
                  <a:pt x="782" y="1759"/>
                  <a:pt x="822" y="1779"/>
                </a:cubicBezTo>
                <a:cubicBezTo>
                  <a:pt x="838" y="1811"/>
                  <a:pt x="860" y="1810"/>
                  <a:pt x="882" y="1839"/>
                </a:cubicBezTo>
                <a:cubicBezTo>
                  <a:pt x="887" y="1846"/>
                  <a:pt x="886" y="1860"/>
                  <a:pt x="894" y="1863"/>
                </a:cubicBezTo>
                <a:cubicBezTo>
                  <a:pt x="920" y="1873"/>
                  <a:pt x="950" y="1871"/>
                  <a:pt x="978" y="1875"/>
                </a:cubicBezTo>
                <a:cubicBezTo>
                  <a:pt x="1000" y="1897"/>
                  <a:pt x="1010" y="1930"/>
                  <a:pt x="1038" y="1944"/>
                </a:cubicBezTo>
                <a:cubicBezTo>
                  <a:pt x="1068" y="2003"/>
                  <a:pt x="1056" y="2016"/>
                  <a:pt x="1104" y="2040"/>
                </a:cubicBezTo>
                <a:cubicBezTo>
                  <a:pt x="1108" y="2048"/>
                  <a:pt x="1128" y="2076"/>
                  <a:pt x="1134" y="2082"/>
                </a:cubicBezTo>
                <a:cubicBezTo>
                  <a:pt x="1140" y="2088"/>
                  <a:pt x="1170" y="2111"/>
                  <a:pt x="1176" y="2118"/>
                </a:cubicBezTo>
                <a:cubicBezTo>
                  <a:pt x="1212" y="2130"/>
                  <a:pt x="1170" y="2085"/>
                  <a:pt x="1224" y="2112"/>
                </a:cubicBezTo>
                <a:cubicBezTo>
                  <a:pt x="1234" y="2133"/>
                  <a:pt x="1272" y="2118"/>
                  <a:pt x="1302" y="2100"/>
                </a:cubicBezTo>
                <a:cubicBezTo>
                  <a:pt x="1321" y="2078"/>
                  <a:pt x="1315" y="2076"/>
                  <a:pt x="1338" y="2058"/>
                </a:cubicBezTo>
                <a:cubicBezTo>
                  <a:pt x="1352" y="2047"/>
                  <a:pt x="1334" y="2024"/>
                  <a:pt x="1350" y="2016"/>
                </a:cubicBezTo>
                <a:cubicBezTo>
                  <a:pt x="1360" y="2011"/>
                  <a:pt x="1353" y="2001"/>
                  <a:pt x="1362" y="1995"/>
                </a:cubicBezTo>
                <a:cubicBezTo>
                  <a:pt x="1368" y="1990"/>
                  <a:pt x="1384" y="1950"/>
                  <a:pt x="1398" y="1944"/>
                </a:cubicBezTo>
                <a:cubicBezTo>
                  <a:pt x="1410" y="1933"/>
                  <a:pt x="1400" y="1929"/>
                  <a:pt x="1434" y="1926"/>
                </a:cubicBezTo>
                <a:cubicBezTo>
                  <a:pt x="1518" y="1902"/>
                  <a:pt x="1452" y="1909"/>
                  <a:pt x="1602" y="1923"/>
                </a:cubicBezTo>
                <a:cubicBezTo>
                  <a:pt x="1674" y="1938"/>
                  <a:pt x="1675" y="1932"/>
                  <a:pt x="1764" y="1944"/>
                </a:cubicBezTo>
                <a:cubicBezTo>
                  <a:pt x="1810" y="1950"/>
                  <a:pt x="1857" y="1953"/>
                  <a:pt x="1902" y="1962"/>
                </a:cubicBezTo>
                <a:cubicBezTo>
                  <a:pt x="1961" y="1942"/>
                  <a:pt x="1975" y="1971"/>
                  <a:pt x="1992" y="1920"/>
                </a:cubicBezTo>
                <a:cubicBezTo>
                  <a:pt x="1950" y="1824"/>
                  <a:pt x="1860" y="1734"/>
                  <a:pt x="1872" y="1656"/>
                </a:cubicBezTo>
                <a:cubicBezTo>
                  <a:pt x="1830" y="1584"/>
                  <a:pt x="1880" y="1630"/>
                  <a:pt x="1888" y="1599"/>
                </a:cubicBezTo>
                <a:cubicBezTo>
                  <a:pt x="1909" y="1580"/>
                  <a:pt x="1930" y="1583"/>
                  <a:pt x="1971" y="1561"/>
                </a:cubicBezTo>
                <a:cubicBezTo>
                  <a:pt x="2012" y="1539"/>
                  <a:pt x="2087" y="1495"/>
                  <a:pt x="2133" y="1470"/>
                </a:cubicBezTo>
                <a:cubicBezTo>
                  <a:pt x="2163" y="1440"/>
                  <a:pt x="2211" y="1414"/>
                  <a:pt x="2247" y="1410"/>
                </a:cubicBezTo>
                <a:cubicBezTo>
                  <a:pt x="2281" y="1342"/>
                  <a:pt x="2277" y="1398"/>
                  <a:pt x="2322" y="1371"/>
                </a:cubicBezTo>
                <a:cubicBezTo>
                  <a:pt x="2328" y="1365"/>
                  <a:pt x="2327" y="1352"/>
                  <a:pt x="2334" y="1347"/>
                </a:cubicBezTo>
                <a:cubicBezTo>
                  <a:pt x="2344" y="1339"/>
                  <a:pt x="2358" y="1339"/>
                  <a:pt x="2370" y="1335"/>
                </a:cubicBezTo>
                <a:cubicBezTo>
                  <a:pt x="2403" y="1314"/>
                  <a:pt x="2405" y="1299"/>
                  <a:pt x="2442" y="1287"/>
                </a:cubicBezTo>
                <a:cubicBezTo>
                  <a:pt x="2469" y="1272"/>
                  <a:pt x="2507" y="1295"/>
                  <a:pt x="2529" y="1266"/>
                </a:cubicBezTo>
                <a:cubicBezTo>
                  <a:pt x="2534" y="1259"/>
                  <a:pt x="2582" y="1230"/>
                  <a:pt x="2589" y="1224"/>
                </a:cubicBezTo>
                <a:cubicBezTo>
                  <a:pt x="2603" y="1213"/>
                  <a:pt x="2663" y="1214"/>
                  <a:pt x="2679" y="1206"/>
                </a:cubicBezTo>
                <a:cubicBezTo>
                  <a:pt x="2715" y="1182"/>
                  <a:pt x="2586" y="1167"/>
                  <a:pt x="2586" y="1167"/>
                </a:cubicBezTo>
                <a:cubicBezTo>
                  <a:pt x="2576" y="1148"/>
                  <a:pt x="2580" y="1120"/>
                  <a:pt x="2562" y="1107"/>
                </a:cubicBezTo>
                <a:cubicBezTo>
                  <a:pt x="2506" y="1067"/>
                  <a:pt x="2494" y="1029"/>
                  <a:pt x="2451" y="1026"/>
                </a:cubicBezTo>
                <a:cubicBezTo>
                  <a:pt x="2443" y="1010"/>
                  <a:pt x="2290" y="1028"/>
                  <a:pt x="2286" y="1011"/>
                </a:cubicBezTo>
                <a:cubicBezTo>
                  <a:pt x="2282" y="995"/>
                  <a:pt x="2257" y="1009"/>
                  <a:pt x="2247" y="996"/>
                </a:cubicBezTo>
                <a:cubicBezTo>
                  <a:pt x="2239" y="986"/>
                  <a:pt x="2223" y="958"/>
                  <a:pt x="2211" y="954"/>
                </a:cubicBezTo>
                <a:cubicBezTo>
                  <a:pt x="2207" y="946"/>
                  <a:pt x="2183" y="904"/>
                  <a:pt x="2175" y="900"/>
                </a:cubicBezTo>
                <a:cubicBezTo>
                  <a:pt x="2121" y="900"/>
                  <a:pt x="2085" y="882"/>
                  <a:pt x="2037" y="834"/>
                </a:cubicBezTo>
                <a:cubicBezTo>
                  <a:pt x="1985" y="822"/>
                  <a:pt x="1929" y="842"/>
                  <a:pt x="1863" y="840"/>
                </a:cubicBezTo>
                <a:cubicBezTo>
                  <a:pt x="1804" y="829"/>
                  <a:pt x="1731" y="834"/>
                  <a:pt x="1683" y="768"/>
                </a:cubicBezTo>
                <a:cubicBezTo>
                  <a:pt x="1653" y="738"/>
                  <a:pt x="1623" y="732"/>
                  <a:pt x="1578" y="723"/>
                </a:cubicBezTo>
                <a:cubicBezTo>
                  <a:pt x="1503" y="666"/>
                  <a:pt x="1458" y="639"/>
                  <a:pt x="1461" y="582"/>
                </a:cubicBezTo>
                <a:cubicBezTo>
                  <a:pt x="1440" y="543"/>
                  <a:pt x="1438" y="516"/>
                  <a:pt x="1437" y="486"/>
                </a:cubicBezTo>
                <a:cubicBezTo>
                  <a:pt x="1436" y="456"/>
                  <a:pt x="1452" y="432"/>
                  <a:pt x="1455" y="402"/>
                </a:cubicBezTo>
                <a:cubicBezTo>
                  <a:pt x="1458" y="372"/>
                  <a:pt x="1461" y="335"/>
                  <a:pt x="1455" y="306"/>
                </a:cubicBezTo>
                <a:cubicBezTo>
                  <a:pt x="1449" y="277"/>
                  <a:pt x="1422" y="253"/>
                  <a:pt x="1419" y="228"/>
                </a:cubicBezTo>
                <a:cubicBezTo>
                  <a:pt x="1416" y="203"/>
                  <a:pt x="1436" y="194"/>
                  <a:pt x="1437" y="156"/>
                </a:cubicBezTo>
                <a:cubicBezTo>
                  <a:pt x="1438" y="118"/>
                  <a:pt x="1442" y="17"/>
                  <a:pt x="1425" y="0"/>
                </a:cubicBezTo>
                <a:cubicBezTo>
                  <a:pt x="1365" y="4"/>
                  <a:pt x="1377" y="6"/>
                  <a:pt x="1335" y="54"/>
                </a:cubicBezTo>
                <a:cubicBezTo>
                  <a:pt x="1326" y="56"/>
                  <a:pt x="1269" y="36"/>
                  <a:pt x="1263" y="42"/>
                </a:cubicBezTo>
                <a:cubicBezTo>
                  <a:pt x="1257" y="48"/>
                  <a:pt x="1188" y="17"/>
                  <a:pt x="1179" y="18"/>
                </a:cubicBezTo>
                <a:cubicBezTo>
                  <a:pt x="1119" y="25"/>
                  <a:pt x="1119" y="62"/>
                  <a:pt x="1059" y="66"/>
                </a:cubicBezTo>
                <a:cubicBezTo>
                  <a:pt x="1043" y="74"/>
                  <a:pt x="1003" y="88"/>
                  <a:pt x="987" y="96"/>
                </a:cubicBezTo>
                <a:cubicBezTo>
                  <a:pt x="957" y="111"/>
                  <a:pt x="903" y="132"/>
                  <a:pt x="903" y="132"/>
                </a:cubicBezTo>
                <a:cubicBezTo>
                  <a:pt x="889" y="146"/>
                  <a:pt x="872" y="121"/>
                  <a:pt x="858" y="135"/>
                </a:cubicBezTo>
                <a:cubicBezTo>
                  <a:pt x="848" y="145"/>
                  <a:pt x="844" y="161"/>
                  <a:pt x="834" y="171"/>
                </a:cubicBezTo>
                <a:cubicBezTo>
                  <a:pt x="820" y="185"/>
                  <a:pt x="773" y="191"/>
                  <a:pt x="762" y="195"/>
                </a:cubicBezTo>
                <a:cubicBezTo>
                  <a:pt x="714" y="213"/>
                  <a:pt x="691" y="231"/>
                  <a:pt x="642" y="243"/>
                </a:cubicBezTo>
                <a:cubicBezTo>
                  <a:pt x="603" y="282"/>
                  <a:pt x="563" y="290"/>
                  <a:pt x="510" y="303"/>
                </a:cubicBezTo>
                <a:cubicBezTo>
                  <a:pt x="491" y="342"/>
                  <a:pt x="424" y="403"/>
                  <a:pt x="378" y="405"/>
                </a:cubicBezTo>
                <a:cubicBezTo>
                  <a:pt x="356" y="419"/>
                  <a:pt x="349" y="445"/>
                  <a:pt x="330" y="447"/>
                </a:cubicBezTo>
                <a:cubicBezTo>
                  <a:pt x="311" y="449"/>
                  <a:pt x="294" y="421"/>
                  <a:pt x="264" y="417"/>
                </a:cubicBezTo>
                <a:cubicBezTo>
                  <a:pt x="234" y="413"/>
                  <a:pt x="183" y="429"/>
                  <a:pt x="150" y="423"/>
                </a:cubicBezTo>
                <a:cubicBezTo>
                  <a:pt x="117" y="417"/>
                  <a:pt x="84" y="376"/>
                  <a:pt x="66" y="381"/>
                </a:cubicBezTo>
                <a:cubicBezTo>
                  <a:pt x="6" y="405"/>
                  <a:pt x="0" y="429"/>
                  <a:pt x="42" y="453"/>
                </a:cubicBezTo>
                <a:cubicBezTo>
                  <a:pt x="64" y="466"/>
                  <a:pt x="36" y="511"/>
                  <a:pt x="60" y="519"/>
                </a:cubicBezTo>
                <a:cubicBezTo>
                  <a:pt x="77" y="525"/>
                  <a:pt x="108" y="561"/>
                  <a:pt x="108" y="561"/>
                </a:cubicBezTo>
                <a:cubicBezTo>
                  <a:pt x="123" y="591"/>
                  <a:pt x="132" y="603"/>
                  <a:pt x="156" y="627"/>
                </a:cubicBezTo>
                <a:cubicBezTo>
                  <a:pt x="166" y="658"/>
                  <a:pt x="200" y="650"/>
                  <a:pt x="210" y="681"/>
                </a:cubicBezTo>
                <a:cubicBezTo>
                  <a:pt x="216" y="698"/>
                  <a:pt x="246" y="765"/>
                  <a:pt x="246" y="765"/>
                </a:cubicBezTo>
                <a:cubicBezTo>
                  <a:pt x="254" y="787"/>
                  <a:pt x="303" y="833"/>
                  <a:pt x="306" y="849"/>
                </a:cubicBezTo>
                <a:cubicBezTo>
                  <a:pt x="302" y="878"/>
                  <a:pt x="241" y="911"/>
                  <a:pt x="222" y="939"/>
                </a:cubicBezTo>
                <a:cubicBezTo>
                  <a:pt x="203" y="967"/>
                  <a:pt x="194" y="993"/>
                  <a:pt x="192" y="1017"/>
                </a:cubicBezTo>
                <a:cubicBezTo>
                  <a:pt x="190" y="1041"/>
                  <a:pt x="209" y="1061"/>
                  <a:pt x="210" y="1083"/>
                </a:cubicBezTo>
                <a:cubicBezTo>
                  <a:pt x="211" y="1105"/>
                  <a:pt x="203" y="1122"/>
                  <a:pt x="198" y="1149"/>
                </a:cubicBezTo>
                <a:cubicBezTo>
                  <a:pt x="193" y="1176"/>
                  <a:pt x="180" y="1208"/>
                  <a:pt x="180" y="1245"/>
                </a:cubicBezTo>
                <a:cubicBezTo>
                  <a:pt x="177" y="1298"/>
                  <a:pt x="198" y="1316"/>
                  <a:pt x="198" y="1371"/>
                </a:cubicBezTo>
                <a:close/>
              </a:path>
            </a:pathLst>
          </a:custGeom>
          <a:solidFill>
            <a:srgbClr val="92D050"/>
          </a:solidFill>
          <a:ln w="57150" cmpd="sng">
            <a:solidFill>
              <a:srgbClr val="92D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3621088" y="2249488"/>
            <a:ext cx="2551112" cy="4303712"/>
          </a:xfrm>
          <a:custGeom>
            <a:avLst/>
            <a:gdLst/>
            <a:ahLst/>
            <a:cxnLst>
              <a:cxn ang="0">
                <a:pos x="1353" y="1240"/>
              </a:cxn>
              <a:cxn ang="0">
                <a:pos x="1272" y="1179"/>
              </a:cxn>
              <a:cxn ang="0">
                <a:pos x="1150" y="1113"/>
              </a:cxn>
              <a:cxn ang="0">
                <a:pos x="1067" y="1152"/>
              </a:cxn>
              <a:cxn ang="0">
                <a:pos x="956" y="1209"/>
              </a:cxn>
              <a:cxn ang="0">
                <a:pos x="895" y="1044"/>
              </a:cxn>
              <a:cxn ang="0">
                <a:pos x="868" y="921"/>
              </a:cxn>
              <a:cxn ang="0">
                <a:pos x="880" y="867"/>
              </a:cxn>
              <a:cxn ang="0">
                <a:pos x="934" y="777"/>
              </a:cxn>
              <a:cxn ang="0">
                <a:pos x="892" y="627"/>
              </a:cxn>
              <a:cxn ang="0">
                <a:pos x="892" y="531"/>
              </a:cxn>
              <a:cxn ang="0">
                <a:pos x="725" y="244"/>
              </a:cxn>
              <a:cxn ang="0">
                <a:pos x="498" y="111"/>
              </a:cxn>
              <a:cxn ang="0">
                <a:pos x="225" y="16"/>
              </a:cxn>
              <a:cxn ang="0">
                <a:pos x="136" y="87"/>
              </a:cxn>
              <a:cxn ang="0">
                <a:pos x="76" y="201"/>
              </a:cxn>
              <a:cxn ang="0">
                <a:pos x="46" y="237"/>
              </a:cxn>
              <a:cxn ang="0">
                <a:pos x="118" y="399"/>
              </a:cxn>
              <a:cxn ang="0">
                <a:pos x="190" y="627"/>
              </a:cxn>
              <a:cxn ang="0">
                <a:pos x="130" y="783"/>
              </a:cxn>
              <a:cxn ang="0">
                <a:pos x="28" y="891"/>
              </a:cxn>
              <a:cxn ang="0">
                <a:pos x="52" y="1089"/>
              </a:cxn>
              <a:cxn ang="0">
                <a:pos x="94" y="1131"/>
              </a:cxn>
              <a:cxn ang="0">
                <a:pos x="160" y="1191"/>
              </a:cxn>
              <a:cxn ang="0">
                <a:pos x="208" y="1341"/>
              </a:cxn>
              <a:cxn ang="0">
                <a:pos x="232" y="1449"/>
              </a:cxn>
              <a:cxn ang="0">
                <a:pos x="334" y="1551"/>
              </a:cxn>
              <a:cxn ang="0">
                <a:pos x="379" y="1684"/>
              </a:cxn>
              <a:cxn ang="0">
                <a:pos x="379" y="1754"/>
              </a:cxn>
              <a:cxn ang="0">
                <a:pos x="389" y="1802"/>
              </a:cxn>
              <a:cxn ang="0">
                <a:pos x="331" y="1837"/>
              </a:cxn>
              <a:cxn ang="0">
                <a:pos x="331" y="1928"/>
              </a:cxn>
              <a:cxn ang="0">
                <a:pos x="336" y="1967"/>
              </a:cxn>
              <a:cxn ang="0">
                <a:pos x="375" y="2011"/>
              </a:cxn>
              <a:cxn ang="0">
                <a:pos x="365" y="2102"/>
              </a:cxn>
              <a:cxn ang="0">
                <a:pos x="472" y="2211"/>
              </a:cxn>
              <a:cxn ang="0">
                <a:pos x="544" y="2359"/>
              </a:cxn>
              <a:cxn ang="0">
                <a:pos x="593" y="2498"/>
              </a:cxn>
              <a:cxn ang="0">
                <a:pos x="622" y="2538"/>
              </a:cxn>
              <a:cxn ang="0">
                <a:pos x="762" y="2704"/>
              </a:cxn>
              <a:cxn ang="0">
                <a:pos x="816" y="2686"/>
              </a:cxn>
              <a:cxn ang="0">
                <a:pos x="879" y="2620"/>
              </a:cxn>
              <a:cxn ang="0">
                <a:pos x="912" y="2590"/>
              </a:cxn>
              <a:cxn ang="0">
                <a:pos x="961" y="2555"/>
              </a:cxn>
              <a:cxn ang="0">
                <a:pos x="1029" y="2477"/>
              </a:cxn>
              <a:cxn ang="0">
                <a:pos x="1106" y="2420"/>
              </a:cxn>
              <a:cxn ang="0">
                <a:pos x="1179" y="2363"/>
              </a:cxn>
              <a:cxn ang="0">
                <a:pos x="1227" y="2381"/>
              </a:cxn>
              <a:cxn ang="0">
                <a:pos x="1334" y="2425"/>
              </a:cxn>
              <a:cxn ang="0">
                <a:pos x="1397" y="2355"/>
              </a:cxn>
              <a:cxn ang="0">
                <a:pos x="1417" y="2337"/>
              </a:cxn>
              <a:cxn ang="0">
                <a:pos x="1432" y="2276"/>
              </a:cxn>
              <a:cxn ang="0">
                <a:pos x="1388" y="2229"/>
              </a:cxn>
              <a:cxn ang="0">
                <a:pos x="1388" y="2002"/>
              </a:cxn>
              <a:cxn ang="0">
                <a:pos x="1426" y="1919"/>
              </a:cxn>
              <a:cxn ang="0">
                <a:pos x="1489" y="1754"/>
              </a:cxn>
              <a:cxn ang="0">
                <a:pos x="1606" y="1702"/>
              </a:cxn>
              <a:cxn ang="0">
                <a:pos x="1562" y="1610"/>
              </a:cxn>
              <a:cxn ang="0">
                <a:pos x="1397" y="1536"/>
              </a:cxn>
              <a:cxn ang="0">
                <a:pos x="1353" y="1419"/>
              </a:cxn>
              <a:cxn ang="0">
                <a:pos x="1368" y="1380"/>
              </a:cxn>
              <a:cxn ang="0">
                <a:pos x="1330" y="1327"/>
              </a:cxn>
              <a:cxn ang="0">
                <a:pos x="1344" y="1262"/>
              </a:cxn>
            </a:cxnLst>
            <a:rect l="0" t="0" r="r" b="b"/>
            <a:pathLst>
              <a:path w="1607" h="2711">
                <a:moveTo>
                  <a:pt x="1349" y="1266"/>
                </a:moveTo>
                <a:cubicBezTo>
                  <a:pt x="1353" y="1260"/>
                  <a:pt x="1367" y="1248"/>
                  <a:pt x="1353" y="1240"/>
                </a:cubicBezTo>
                <a:cubicBezTo>
                  <a:pt x="1346" y="1234"/>
                  <a:pt x="1324" y="1231"/>
                  <a:pt x="1324" y="1231"/>
                </a:cubicBezTo>
                <a:cubicBezTo>
                  <a:pt x="1312" y="1199"/>
                  <a:pt x="1304" y="1199"/>
                  <a:pt x="1272" y="1179"/>
                </a:cubicBezTo>
                <a:cubicBezTo>
                  <a:pt x="1262" y="1173"/>
                  <a:pt x="1242" y="1162"/>
                  <a:pt x="1242" y="1162"/>
                </a:cubicBezTo>
                <a:cubicBezTo>
                  <a:pt x="1208" y="1115"/>
                  <a:pt x="1216" y="1119"/>
                  <a:pt x="1150" y="1113"/>
                </a:cubicBezTo>
                <a:cubicBezTo>
                  <a:pt x="1096" y="1119"/>
                  <a:pt x="1111" y="1106"/>
                  <a:pt x="1096" y="1144"/>
                </a:cubicBezTo>
                <a:cubicBezTo>
                  <a:pt x="1093" y="1152"/>
                  <a:pt x="1077" y="1149"/>
                  <a:pt x="1067" y="1152"/>
                </a:cubicBezTo>
                <a:cubicBezTo>
                  <a:pt x="1047" y="1160"/>
                  <a:pt x="1026" y="1166"/>
                  <a:pt x="1005" y="1170"/>
                </a:cubicBezTo>
                <a:cubicBezTo>
                  <a:pt x="994" y="1185"/>
                  <a:pt x="976" y="1204"/>
                  <a:pt x="956" y="1209"/>
                </a:cubicBezTo>
                <a:cubicBezTo>
                  <a:pt x="961" y="1224"/>
                  <a:pt x="970" y="1234"/>
                  <a:pt x="976" y="1248"/>
                </a:cubicBezTo>
                <a:cubicBezTo>
                  <a:pt x="966" y="1221"/>
                  <a:pt x="915" y="1116"/>
                  <a:pt x="895" y="1044"/>
                </a:cubicBezTo>
                <a:cubicBezTo>
                  <a:pt x="877" y="999"/>
                  <a:pt x="892" y="1019"/>
                  <a:pt x="886" y="981"/>
                </a:cubicBezTo>
                <a:cubicBezTo>
                  <a:pt x="882" y="961"/>
                  <a:pt x="871" y="936"/>
                  <a:pt x="868" y="921"/>
                </a:cubicBezTo>
                <a:cubicBezTo>
                  <a:pt x="865" y="906"/>
                  <a:pt x="866" y="900"/>
                  <a:pt x="868" y="891"/>
                </a:cubicBezTo>
                <a:cubicBezTo>
                  <a:pt x="870" y="882"/>
                  <a:pt x="873" y="881"/>
                  <a:pt x="880" y="867"/>
                </a:cubicBezTo>
                <a:cubicBezTo>
                  <a:pt x="887" y="853"/>
                  <a:pt x="901" y="822"/>
                  <a:pt x="910" y="807"/>
                </a:cubicBezTo>
                <a:cubicBezTo>
                  <a:pt x="919" y="792"/>
                  <a:pt x="930" y="797"/>
                  <a:pt x="934" y="777"/>
                </a:cubicBezTo>
                <a:cubicBezTo>
                  <a:pt x="938" y="757"/>
                  <a:pt x="941" y="712"/>
                  <a:pt x="934" y="687"/>
                </a:cubicBezTo>
                <a:cubicBezTo>
                  <a:pt x="927" y="662"/>
                  <a:pt x="902" y="649"/>
                  <a:pt x="892" y="627"/>
                </a:cubicBezTo>
                <a:cubicBezTo>
                  <a:pt x="882" y="605"/>
                  <a:pt x="874" y="571"/>
                  <a:pt x="874" y="555"/>
                </a:cubicBezTo>
                <a:cubicBezTo>
                  <a:pt x="869" y="538"/>
                  <a:pt x="912" y="559"/>
                  <a:pt x="892" y="531"/>
                </a:cubicBezTo>
                <a:cubicBezTo>
                  <a:pt x="874" y="501"/>
                  <a:pt x="794" y="423"/>
                  <a:pt x="766" y="375"/>
                </a:cubicBezTo>
                <a:cubicBezTo>
                  <a:pt x="736" y="332"/>
                  <a:pt x="748" y="267"/>
                  <a:pt x="725" y="244"/>
                </a:cubicBezTo>
                <a:cubicBezTo>
                  <a:pt x="702" y="221"/>
                  <a:pt x="664" y="261"/>
                  <a:pt x="626" y="239"/>
                </a:cubicBezTo>
                <a:cubicBezTo>
                  <a:pt x="579" y="231"/>
                  <a:pt x="523" y="129"/>
                  <a:pt x="498" y="111"/>
                </a:cubicBezTo>
                <a:cubicBezTo>
                  <a:pt x="473" y="93"/>
                  <a:pt x="523" y="145"/>
                  <a:pt x="478" y="129"/>
                </a:cubicBezTo>
                <a:cubicBezTo>
                  <a:pt x="433" y="113"/>
                  <a:pt x="278" y="32"/>
                  <a:pt x="225" y="16"/>
                </a:cubicBezTo>
                <a:cubicBezTo>
                  <a:pt x="172" y="0"/>
                  <a:pt x="175" y="21"/>
                  <a:pt x="160" y="33"/>
                </a:cubicBezTo>
                <a:cubicBezTo>
                  <a:pt x="145" y="45"/>
                  <a:pt x="141" y="71"/>
                  <a:pt x="136" y="87"/>
                </a:cubicBezTo>
                <a:cubicBezTo>
                  <a:pt x="131" y="103"/>
                  <a:pt x="140" y="110"/>
                  <a:pt x="130" y="129"/>
                </a:cubicBezTo>
                <a:cubicBezTo>
                  <a:pt x="120" y="148"/>
                  <a:pt x="78" y="194"/>
                  <a:pt x="76" y="201"/>
                </a:cubicBezTo>
                <a:cubicBezTo>
                  <a:pt x="74" y="208"/>
                  <a:pt x="123" y="165"/>
                  <a:pt x="118" y="171"/>
                </a:cubicBezTo>
                <a:cubicBezTo>
                  <a:pt x="113" y="177"/>
                  <a:pt x="45" y="207"/>
                  <a:pt x="46" y="237"/>
                </a:cubicBezTo>
                <a:cubicBezTo>
                  <a:pt x="22" y="285"/>
                  <a:pt x="112" y="324"/>
                  <a:pt x="124" y="351"/>
                </a:cubicBezTo>
                <a:cubicBezTo>
                  <a:pt x="136" y="378"/>
                  <a:pt x="121" y="383"/>
                  <a:pt x="118" y="399"/>
                </a:cubicBezTo>
                <a:cubicBezTo>
                  <a:pt x="115" y="415"/>
                  <a:pt x="94" y="409"/>
                  <a:pt x="106" y="447"/>
                </a:cubicBezTo>
                <a:cubicBezTo>
                  <a:pt x="82" y="311"/>
                  <a:pt x="130" y="525"/>
                  <a:pt x="190" y="627"/>
                </a:cubicBezTo>
                <a:cubicBezTo>
                  <a:pt x="179" y="672"/>
                  <a:pt x="188" y="703"/>
                  <a:pt x="178" y="729"/>
                </a:cubicBezTo>
                <a:cubicBezTo>
                  <a:pt x="168" y="755"/>
                  <a:pt x="150" y="760"/>
                  <a:pt x="130" y="783"/>
                </a:cubicBezTo>
                <a:cubicBezTo>
                  <a:pt x="110" y="806"/>
                  <a:pt x="75" y="849"/>
                  <a:pt x="58" y="867"/>
                </a:cubicBezTo>
                <a:cubicBezTo>
                  <a:pt x="41" y="885"/>
                  <a:pt x="37" y="878"/>
                  <a:pt x="28" y="891"/>
                </a:cubicBezTo>
                <a:cubicBezTo>
                  <a:pt x="19" y="904"/>
                  <a:pt x="0" y="912"/>
                  <a:pt x="4" y="945"/>
                </a:cubicBezTo>
                <a:cubicBezTo>
                  <a:pt x="10" y="999"/>
                  <a:pt x="39" y="1064"/>
                  <a:pt x="52" y="1089"/>
                </a:cubicBezTo>
                <a:cubicBezTo>
                  <a:pt x="65" y="1114"/>
                  <a:pt x="75" y="1088"/>
                  <a:pt x="82" y="1095"/>
                </a:cubicBezTo>
                <a:cubicBezTo>
                  <a:pt x="89" y="1102"/>
                  <a:pt x="90" y="1116"/>
                  <a:pt x="94" y="1131"/>
                </a:cubicBezTo>
                <a:cubicBezTo>
                  <a:pt x="98" y="1146"/>
                  <a:pt x="95" y="1175"/>
                  <a:pt x="106" y="1185"/>
                </a:cubicBezTo>
                <a:cubicBezTo>
                  <a:pt x="117" y="1195"/>
                  <a:pt x="147" y="1179"/>
                  <a:pt x="160" y="1191"/>
                </a:cubicBezTo>
                <a:cubicBezTo>
                  <a:pt x="173" y="1203"/>
                  <a:pt x="176" y="1232"/>
                  <a:pt x="184" y="1257"/>
                </a:cubicBezTo>
                <a:cubicBezTo>
                  <a:pt x="192" y="1282"/>
                  <a:pt x="205" y="1316"/>
                  <a:pt x="208" y="1341"/>
                </a:cubicBezTo>
                <a:cubicBezTo>
                  <a:pt x="211" y="1366"/>
                  <a:pt x="198" y="1389"/>
                  <a:pt x="202" y="1407"/>
                </a:cubicBezTo>
                <a:cubicBezTo>
                  <a:pt x="206" y="1425"/>
                  <a:pt x="221" y="1427"/>
                  <a:pt x="232" y="1449"/>
                </a:cubicBezTo>
                <a:cubicBezTo>
                  <a:pt x="243" y="1471"/>
                  <a:pt x="251" y="1522"/>
                  <a:pt x="268" y="1539"/>
                </a:cubicBezTo>
                <a:cubicBezTo>
                  <a:pt x="298" y="1545"/>
                  <a:pt x="334" y="1551"/>
                  <a:pt x="334" y="1551"/>
                </a:cubicBezTo>
                <a:cubicBezTo>
                  <a:pt x="316" y="1540"/>
                  <a:pt x="388" y="1599"/>
                  <a:pt x="398" y="1637"/>
                </a:cubicBezTo>
                <a:cubicBezTo>
                  <a:pt x="390" y="1659"/>
                  <a:pt x="406" y="1667"/>
                  <a:pt x="379" y="1684"/>
                </a:cubicBezTo>
                <a:cubicBezTo>
                  <a:pt x="373" y="1701"/>
                  <a:pt x="361" y="1703"/>
                  <a:pt x="355" y="1719"/>
                </a:cubicBezTo>
                <a:cubicBezTo>
                  <a:pt x="361" y="1736"/>
                  <a:pt x="373" y="1738"/>
                  <a:pt x="379" y="1754"/>
                </a:cubicBezTo>
                <a:cubicBezTo>
                  <a:pt x="380" y="1766"/>
                  <a:pt x="381" y="1777"/>
                  <a:pt x="384" y="1788"/>
                </a:cubicBezTo>
                <a:cubicBezTo>
                  <a:pt x="386" y="1793"/>
                  <a:pt x="391" y="1799"/>
                  <a:pt x="389" y="1802"/>
                </a:cubicBezTo>
                <a:cubicBezTo>
                  <a:pt x="389" y="1802"/>
                  <a:pt x="352" y="1823"/>
                  <a:pt x="346" y="1827"/>
                </a:cubicBezTo>
                <a:cubicBezTo>
                  <a:pt x="340" y="1832"/>
                  <a:pt x="331" y="1837"/>
                  <a:pt x="331" y="1837"/>
                </a:cubicBezTo>
                <a:cubicBezTo>
                  <a:pt x="323" y="1856"/>
                  <a:pt x="333" y="1877"/>
                  <a:pt x="336" y="1898"/>
                </a:cubicBezTo>
                <a:cubicBezTo>
                  <a:pt x="334" y="1907"/>
                  <a:pt x="333" y="1918"/>
                  <a:pt x="331" y="1928"/>
                </a:cubicBezTo>
                <a:cubicBezTo>
                  <a:pt x="329" y="1937"/>
                  <a:pt x="321" y="1954"/>
                  <a:pt x="321" y="1954"/>
                </a:cubicBezTo>
                <a:cubicBezTo>
                  <a:pt x="326" y="1959"/>
                  <a:pt x="330" y="1964"/>
                  <a:pt x="336" y="1967"/>
                </a:cubicBezTo>
                <a:cubicBezTo>
                  <a:pt x="340" y="1970"/>
                  <a:pt x="347" y="1969"/>
                  <a:pt x="350" y="1972"/>
                </a:cubicBezTo>
                <a:cubicBezTo>
                  <a:pt x="366" y="1991"/>
                  <a:pt x="346" y="1994"/>
                  <a:pt x="375" y="2011"/>
                </a:cubicBezTo>
                <a:cubicBezTo>
                  <a:pt x="396" y="2041"/>
                  <a:pt x="390" y="2027"/>
                  <a:pt x="398" y="2050"/>
                </a:cubicBezTo>
                <a:cubicBezTo>
                  <a:pt x="394" y="2071"/>
                  <a:pt x="388" y="2096"/>
                  <a:pt x="365" y="2102"/>
                </a:cubicBezTo>
                <a:cubicBezTo>
                  <a:pt x="375" y="2136"/>
                  <a:pt x="377" y="2133"/>
                  <a:pt x="418" y="2137"/>
                </a:cubicBezTo>
                <a:cubicBezTo>
                  <a:pt x="443" y="2159"/>
                  <a:pt x="443" y="2194"/>
                  <a:pt x="472" y="2211"/>
                </a:cubicBezTo>
                <a:cubicBezTo>
                  <a:pt x="492" y="2238"/>
                  <a:pt x="495" y="2273"/>
                  <a:pt x="510" y="2302"/>
                </a:cubicBezTo>
                <a:cubicBezTo>
                  <a:pt x="521" y="2326"/>
                  <a:pt x="518" y="2352"/>
                  <a:pt x="544" y="2359"/>
                </a:cubicBezTo>
                <a:cubicBezTo>
                  <a:pt x="558" y="2377"/>
                  <a:pt x="555" y="2394"/>
                  <a:pt x="568" y="2412"/>
                </a:cubicBezTo>
                <a:cubicBezTo>
                  <a:pt x="573" y="2457"/>
                  <a:pt x="578" y="2460"/>
                  <a:pt x="593" y="2498"/>
                </a:cubicBezTo>
                <a:cubicBezTo>
                  <a:pt x="596" y="2509"/>
                  <a:pt x="606" y="2516"/>
                  <a:pt x="612" y="2525"/>
                </a:cubicBezTo>
                <a:cubicBezTo>
                  <a:pt x="616" y="2529"/>
                  <a:pt x="622" y="2538"/>
                  <a:pt x="622" y="2538"/>
                </a:cubicBezTo>
                <a:cubicBezTo>
                  <a:pt x="624" y="2588"/>
                  <a:pt x="604" y="2654"/>
                  <a:pt x="665" y="2673"/>
                </a:cubicBezTo>
                <a:cubicBezTo>
                  <a:pt x="693" y="2711"/>
                  <a:pt x="696" y="2699"/>
                  <a:pt x="762" y="2704"/>
                </a:cubicBezTo>
                <a:cubicBezTo>
                  <a:pt x="778" y="2703"/>
                  <a:pt x="795" y="2705"/>
                  <a:pt x="810" y="2699"/>
                </a:cubicBezTo>
                <a:cubicBezTo>
                  <a:pt x="816" y="2698"/>
                  <a:pt x="812" y="2689"/>
                  <a:pt x="816" y="2686"/>
                </a:cubicBezTo>
                <a:cubicBezTo>
                  <a:pt x="825" y="2675"/>
                  <a:pt x="841" y="2675"/>
                  <a:pt x="854" y="2673"/>
                </a:cubicBezTo>
                <a:cubicBezTo>
                  <a:pt x="862" y="2654"/>
                  <a:pt x="872" y="2640"/>
                  <a:pt x="879" y="2620"/>
                </a:cubicBezTo>
                <a:cubicBezTo>
                  <a:pt x="880" y="2616"/>
                  <a:pt x="879" y="2610"/>
                  <a:pt x="883" y="2608"/>
                </a:cubicBezTo>
                <a:cubicBezTo>
                  <a:pt x="893" y="2603"/>
                  <a:pt x="912" y="2590"/>
                  <a:pt x="912" y="2590"/>
                </a:cubicBezTo>
                <a:cubicBezTo>
                  <a:pt x="920" y="2570"/>
                  <a:pt x="933" y="2573"/>
                  <a:pt x="956" y="2569"/>
                </a:cubicBezTo>
                <a:cubicBezTo>
                  <a:pt x="958" y="2564"/>
                  <a:pt x="960" y="2559"/>
                  <a:pt x="961" y="2555"/>
                </a:cubicBezTo>
                <a:cubicBezTo>
                  <a:pt x="963" y="2539"/>
                  <a:pt x="962" y="2522"/>
                  <a:pt x="966" y="2508"/>
                </a:cubicBezTo>
                <a:cubicBezTo>
                  <a:pt x="972" y="2485"/>
                  <a:pt x="1009" y="2480"/>
                  <a:pt x="1029" y="2477"/>
                </a:cubicBezTo>
                <a:cubicBezTo>
                  <a:pt x="1039" y="2461"/>
                  <a:pt x="1048" y="2456"/>
                  <a:pt x="1067" y="2451"/>
                </a:cubicBezTo>
                <a:cubicBezTo>
                  <a:pt x="1074" y="2427"/>
                  <a:pt x="1081" y="2426"/>
                  <a:pt x="1106" y="2420"/>
                </a:cubicBezTo>
                <a:cubicBezTo>
                  <a:pt x="1134" y="2404"/>
                  <a:pt x="1136" y="2383"/>
                  <a:pt x="1140" y="2355"/>
                </a:cubicBezTo>
                <a:cubicBezTo>
                  <a:pt x="1141" y="2355"/>
                  <a:pt x="1175" y="2360"/>
                  <a:pt x="1179" y="2363"/>
                </a:cubicBezTo>
                <a:cubicBezTo>
                  <a:pt x="1184" y="2367"/>
                  <a:pt x="1184" y="2375"/>
                  <a:pt x="1189" y="2377"/>
                </a:cubicBezTo>
                <a:cubicBezTo>
                  <a:pt x="1201" y="2381"/>
                  <a:pt x="1215" y="2380"/>
                  <a:pt x="1227" y="2381"/>
                </a:cubicBezTo>
                <a:cubicBezTo>
                  <a:pt x="1254" y="2397"/>
                  <a:pt x="1262" y="2400"/>
                  <a:pt x="1291" y="2408"/>
                </a:cubicBezTo>
                <a:cubicBezTo>
                  <a:pt x="1304" y="2415"/>
                  <a:pt x="1334" y="2425"/>
                  <a:pt x="1334" y="2425"/>
                </a:cubicBezTo>
                <a:cubicBezTo>
                  <a:pt x="1335" y="2425"/>
                  <a:pt x="1408" y="2435"/>
                  <a:pt x="1412" y="2408"/>
                </a:cubicBezTo>
                <a:cubicBezTo>
                  <a:pt x="1415" y="2390"/>
                  <a:pt x="1397" y="2355"/>
                  <a:pt x="1397" y="2355"/>
                </a:cubicBezTo>
                <a:cubicBezTo>
                  <a:pt x="1398" y="2351"/>
                  <a:pt x="1398" y="2346"/>
                  <a:pt x="1402" y="2341"/>
                </a:cubicBezTo>
                <a:cubicBezTo>
                  <a:pt x="1406" y="2338"/>
                  <a:pt x="1415" y="2341"/>
                  <a:pt x="1417" y="2337"/>
                </a:cubicBezTo>
                <a:cubicBezTo>
                  <a:pt x="1422" y="2327"/>
                  <a:pt x="1419" y="2315"/>
                  <a:pt x="1422" y="2302"/>
                </a:cubicBezTo>
                <a:cubicBezTo>
                  <a:pt x="1424" y="2294"/>
                  <a:pt x="1427" y="2286"/>
                  <a:pt x="1432" y="2276"/>
                </a:cubicBezTo>
                <a:cubicBezTo>
                  <a:pt x="1433" y="2272"/>
                  <a:pt x="1436" y="2263"/>
                  <a:pt x="1436" y="2263"/>
                </a:cubicBezTo>
                <a:cubicBezTo>
                  <a:pt x="1429" y="2232"/>
                  <a:pt x="1423" y="2234"/>
                  <a:pt x="1388" y="2229"/>
                </a:cubicBezTo>
                <a:cubicBezTo>
                  <a:pt x="1380" y="2176"/>
                  <a:pt x="1375" y="2122"/>
                  <a:pt x="1392" y="2072"/>
                </a:cubicBezTo>
                <a:cubicBezTo>
                  <a:pt x="1397" y="2044"/>
                  <a:pt x="1397" y="2029"/>
                  <a:pt x="1388" y="2002"/>
                </a:cubicBezTo>
                <a:cubicBezTo>
                  <a:pt x="1396" y="1950"/>
                  <a:pt x="1391" y="1988"/>
                  <a:pt x="1417" y="1954"/>
                </a:cubicBezTo>
                <a:cubicBezTo>
                  <a:pt x="1420" y="1942"/>
                  <a:pt x="1423" y="1932"/>
                  <a:pt x="1426" y="1919"/>
                </a:cubicBezTo>
                <a:cubicBezTo>
                  <a:pt x="1429" y="1911"/>
                  <a:pt x="1436" y="1894"/>
                  <a:pt x="1436" y="1894"/>
                </a:cubicBezTo>
                <a:cubicBezTo>
                  <a:pt x="1442" y="1753"/>
                  <a:pt x="1402" y="1780"/>
                  <a:pt x="1489" y="1754"/>
                </a:cubicBezTo>
                <a:cubicBezTo>
                  <a:pt x="1512" y="1731"/>
                  <a:pt x="1553" y="1748"/>
                  <a:pt x="1587" y="1741"/>
                </a:cubicBezTo>
                <a:cubicBezTo>
                  <a:pt x="1595" y="1728"/>
                  <a:pt x="1606" y="1702"/>
                  <a:pt x="1606" y="1702"/>
                </a:cubicBezTo>
                <a:cubicBezTo>
                  <a:pt x="1607" y="1683"/>
                  <a:pt x="1574" y="1652"/>
                  <a:pt x="1566" y="1637"/>
                </a:cubicBezTo>
                <a:cubicBezTo>
                  <a:pt x="1559" y="1621"/>
                  <a:pt x="1584" y="1620"/>
                  <a:pt x="1562" y="1610"/>
                </a:cubicBezTo>
                <a:cubicBezTo>
                  <a:pt x="1531" y="1567"/>
                  <a:pt x="1493" y="1578"/>
                  <a:pt x="1431" y="1575"/>
                </a:cubicBezTo>
                <a:cubicBezTo>
                  <a:pt x="1424" y="1557"/>
                  <a:pt x="1416" y="1547"/>
                  <a:pt x="1397" y="1536"/>
                </a:cubicBezTo>
                <a:cubicBezTo>
                  <a:pt x="1389" y="1514"/>
                  <a:pt x="1377" y="1489"/>
                  <a:pt x="1353" y="1476"/>
                </a:cubicBezTo>
                <a:cubicBezTo>
                  <a:pt x="1346" y="1451"/>
                  <a:pt x="1346" y="1459"/>
                  <a:pt x="1353" y="1419"/>
                </a:cubicBezTo>
                <a:cubicBezTo>
                  <a:pt x="1356" y="1409"/>
                  <a:pt x="1360" y="1401"/>
                  <a:pt x="1363" y="1392"/>
                </a:cubicBezTo>
                <a:cubicBezTo>
                  <a:pt x="1365" y="1388"/>
                  <a:pt x="1368" y="1380"/>
                  <a:pt x="1368" y="1380"/>
                </a:cubicBezTo>
                <a:cubicBezTo>
                  <a:pt x="1366" y="1367"/>
                  <a:pt x="1368" y="1353"/>
                  <a:pt x="1359" y="1344"/>
                </a:cubicBezTo>
                <a:cubicBezTo>
                  <a:pt x="1350" y="1337"/>
                  <a:pt x="1330" y="1327"/>
                  <a:pt x="1330" y="1327"/>
                </a:cubicBezTo>
                <a:cubicBezTo>
                  <a:pt x="1316" y="1308"/>
                  <a:pt x="1275" y="1289"/>
                  <a:pt x="1278" y="1270"/>
                </a:cubicBezTo>
                <a:cubicBezTo>
                  <a:pt x="1294" y="1265"/>
                  <a:pt x="1329" y="1266"/>
                  <a:pt x="1344" y="1262"/>
                </a:cubicBezTo>
                <a:cubicBezTo>
                  <a:pt x="1356" y="1245"/>
                  <a:pt x="1353" y="1244"/>
                  <a:pt x="1339" y="1231"/>
                </a:cubicBezTo>
              </a:path>
            </a:pathLst>
          </a:custGeom>
          <a:solidFill>
            <a:srgbClr val="FF0000"/>
          </a:solidFill>
          <a:ln w="5715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019675" y="3063876"/>
            <a:ext cx="1404938" cy="1450975"/>
          </a:xfrm>
          <a:custGeom>
            <a:avLst/>
            <a:gdLst/>
            <a:ahLst/>
            <a:cxnLst>
              <a:cxn ang="0">
                <a:pos x="48" y="8"/>
              </a:cxn>
              <a:cxn ang="0">
                <a:pos x="89" y="15"/>
              </a:cxn>
              <a:cxn ang="0">
                <a:pos x="190" y="161"/>
              </a:cxn>
              <a:cxn ang="0">
                <a:pos x="292" y="211"/>
              </a:cxn>
              <a:cxn ang="0">
                <a:pos x="393" y="205"/>
              </a:cxn>
              <a:cxn ang="0">
                <a:pos x="440" y="154"/>
              </a:cxn>
              <a:cxn ang="0">
                <a:pos x="481" y="97"/>
              </a:cxn>
              <a:cxn ang="0">
                <a:pos x="494" y="59"/>
              </a:cxn>
              <a:cxn ang="0">
                <a:pos x="501" y="40"/>
              </a:cxn>
              <a:cxn ang="0">
                <a:pos x="663" y="59"/>
              </a:cxn>
              <a:cxn ang="0">
                <a:pos x="697" y="230"/>
              </a:cxn>
              <a:cxn ang="0">
                <a:pos x="670" y="300"/>
              </a:cxn>
              <a:cxn ang="0">
                <a:pos x="670" y="363"/>
              </a:cxn>
              <a:cxn ang="0">
                <a:pos x="711" y="376"/>
              </a:cxn>
              <a:cxn ang="0">
                <a:pos x="724" y="395"/>
              </a:cxn>
              <a:cxn ang="0">
                <a:pos x="744" y="408"/>
              </a:cxn>
              <a:cxn ang="0">
                <a:pos x="785" y="452"/>
              </a:cxn>
              <a:cxn ang="0">
                <a:pos x="798" y="471"/>
              </a:cxn>
              <a:cxn ang="0">
                <a:pos x="819" y="484"/>
              </a:cxn>
              <a:cxn ang="0">
                <a:pos x="789" y="534"/>
              </a:cxn>
              <a:cxn ang="0">
                <a:pos x="819" y="516"/>
              </a:cxn>
              <a:cxn ang="0">
                <a:pos x="765" y="540"/>
              </a:cxn>
              <a:cxn ang="0">
                <a:pos x="738" y="604"/>
              </a:cxn>
              <a:cxn ang="0">
                <a:pos x="697" y="629"/>
              </a:cxn>
              <a:cxn ang="0">
                <a:pos x="738" y="718"/>
              </a:cxn>
              <a:cxn ang="0">
                <a:pos x="805" y="813"/>
              </a:cxn>
              <a:cxn ang="0">
                <a:pos x="798" y="876"/>
              </a:cxn>
              <a:cxn ang="0">
                <a:pos x="758" y="851"/>
              </a:cxn>
              <a:cxn ang="0">
                <a:pos x="670" y="813"/>
              </a:cxn>
              <a:cxn ang="0">
                <a:pos x="623" y="819"/>
              </a:cxn>
              <a:cxn ang="0">
                <a:pos x="616" y="838"/>
              </a:cxn>
              <a:cxn ang="0">
                <a:pos x="582" y="864"/>
              </a:cxn>
              <a:cxn ang="0">
                <a:pos x="521" y="851"/>
              </a:cxn>
              <a:cxn ang="0">
                <a:pos x="430" y="729"/>
              </a:cxn>
              <a:cxn ang="0">
                <a:pos x="400" y="693"/>
              </a:cxn>
              <a:cxn ang="0">
                <a:pos x="359" y="674"/>
              </a:cxn>
              <a:cxn ang="0">
                <a:pos x="336" y="642"/>
              </a:cxn>
              <a:cxn ang="0">
                <a:pos x="298" y="623"/>
              </a:cxn>
              <a:cxn ang="0">
                <a:pos x="238" y="629"/>
              </a:cxn>
              <a:cxn ang="0">
                <a:pos x="224" y="648"/>
              </a:cxn>
              <a:cxn ang="0">
                <a:pos x="157" y="667"/>
              </a:cxn>
              <a:cxn ang="0">
                <a:pos x="102" y="705"/>
              </a:cxn>
              <a:cxn ang="0">
                <a:pos x="62" y="731"/>
              </a:cxn>
              <a:cxn ang="0">
                <a:pos x="28" y="610"/>
              </a:cxn>
              <a:cxn ang="0">
                <a:pos x="1" y="553"/>
              </a:cxn>
              <a:cxn ang="0">
                <a:pos x="28" y="496"/>
              </a:cxn>
              <a:cxn ang="0">
                <a:pos x="1" y="439"/>
              </a:cxn>
              <a:cxn ang="0">
                <a:pos x="42" y="325"/>
              </a:cxn>
              <a:cxn ang="0">
                <a:pos x="48" y="180"/>
              </a:cxn>
              <a:cxn ang="0">
                <a:pos x="35" y="161"/>
              </a:cxn>
              <a:cxn ang="0">
                <a:pos x="21" y="122"/>
              </a:cxn>
              <a:cxn ang="0">
                <a:pos x="15" y="103"/>
              </a:cxn>
              <a:cxn ang="0">
                <a:pos x="21" y="21"/>
              </a:cxn>
              <a:cxn ang="0">
                <a:pos x="96" y="27"/>
              </a:cxn>
              <a:cxn ang="0">
                <a:pos x="102" y="46"/>
              </a:cxn>
            </a:cxnLst>
            <a:rect l="0" t="0" r="r" b="b"/>
            <a:pathLst>
              <a:path w="823" h="886">
                <a:moveTo>
                  <a:pt x="48" y="8"/>
                </a:moveTo>
                <a:cubicBezTo>
                  <a:pt x="62" y="11"/>
                  <a:pt x="78" y="7"/>
                  <a:pt x="89" y="15"/>
                </a:cubicBezTo>
                <a:cubicBezTo>
                  <a:pt x="140" y="49"/>
                  <a:pt x="128" y="121"/>
                  <a:pt x="190" y="161"/>
                </a:cubicBezTo>
                <a:cubicBezTo>
                  <a:pt x="215" y="195"/>
                  <a:pt x="251" y="202"/>
                  <a:pt x="292" y="211"/>
                </a:cubicBezTo>
                <a:cubicBezTo>
                  <a:pt x="325" y="209"/>
                  <a:pt x="361" y="215"/>
                  <a:pt x="393" y="205"/>
                </a:cubicBezTo>
                <a:cubicBezTo>
                  <a:pt x="416" y="197"/>
                  <a:pt x="420" y="167"/>
                  <a:pt x="440" y="154"/>
                </a:cubicBezTo>
                <a:cubicBezTo>
                  <a:pt x="447" y="145"/>
                  <a:pt x="471" y="112"/>
                  <a:pt x="481" y="97"/>
                </a:cubicBezTo>
                <a:cubicBezTo>
                  <a:pt x="489" y="86"/>
                  <a:pt x="490" y="72"/>
                  <a:pt x="494" y="59"/>
                </a:cubicBezTo>
                <a:cubicBezTo>
                  <a:pt x="497" y="53"/>
                  <a:pt x="501" y="40"/>
                  <a:pt x="501" y="40"/>
                </a:cubicBezTo>
                <a:cubicBezTo>
                  <a:pt x="562" y="44"/>
                  <a:pt x="605" y="53"/>
                  <a:pt x="663" y="59"/>
                </a:cubicBezTo>
                <a:cubicBezTo>
                  <a:pt x="700" y="112"/>
                  <a:pt x="677" y="172"/>
                  <a:pt x="697" y="230"/>
                </a:cubicBezTo>
                <a:cubicBezTo>
                  <a:pt x="691" y="259"/>
                  <a:pt x="687" y="276"/>
                  <a:pt x="670" y="300"/>
                </a:cubicBezTo>
                <a:cubicBezTo>
                  <a:pt x="667" y="321"/>
                  <a:pt x="652" y="351"/>
                  <a:pt x="670" y="363"/>
                </a:cubicBezTo>
                <a:cubicBezTo>
                  <a:pt x="681" y="371"/>
                  <a:pt x="711" y="376"/>
                  <a:pt x="711" y="376"/>
                </a:cubicBezTo>
                <a:cubicBezTo>
                  <a:pt x="715" y="382"/>
                  <a:pt x="718" y="390"/>
                  <a:pt x="724" y="395"/>
                </a:cubicBezTo>
                <a:cubicBezTo>
                  <a:pt x="730" y="400"/>
                  <a:pt x="739" y="401"/>
                  <a:pt x="744" y="408"/>
                </a:cubicBezTo>
                <a:cubicBezTo>
                  <a:pt x="763" y="430"/>
                  <a:pt x="745" y="439"/>
                  <a:pt x="785" y="452"/>
                </a:cubicBezTo>
                <a:cubicBezTo>
                  <a:pt x="789" y="458"/>
                  <a:pt x="793" y="466"/>
                  <a:pt x="798" y="471"/>
                </a:cubicBezTo>
                <a:cubicBezTo>
                  <a:pt x="804" y="476"/>
                  <a:pt x="816" y="476"/>
                  <a:pt x="819" y="484"/>
                </a:cubicBezTo>
                <a:cubicBezTo>
                  <a:pt x="820" y="492"/>
                  <a:pt x="792" y="528"/>
                  <a:pt x="789" y="534"/>
                </a:cubicBezTo>
                <a:cubicBezTo>
                  <a:pt x="789" y="539"/>
                  <a:pt x="823" y="515"/>
                  <a:pt x="819" y="516"/>
                </a:cubicBezTo>
                <a:cubicBezTo>
                  <a:pt x="815" y="517"/>
                  <a:pt x="778" y="525"/>
                  <a:pt x="765" y="540"/>
                </a:cubicBezTo>
                <a:cubicBezTo>
                  <a:pt x="756" y="591"/>
                  <a:pt x="756" y="553"/>
                  <a:pt x="738" y="604"/>
                </a:cubicBezTo>
                <a:cubicBezTo>
                  <a:pt x="732" y="619"/>
                  <a:pt x="697" y="629"/>
                  <a:pt x="697" y="629"/>
                </a:cubicBezTo>
                <a:cubicBezTo>
                  <a:pt x="703" y="680"/>
                  <a:pt x="697" y="693"/>
                  <a:pt x="738" y="718"/>
                </a:cubicBezTo>
                <a:cubicBezTo>
                  <a:pt x="761" y="751"/>
                  <a:pt x="792" y="775"/>
                  <a:pt x="805" y="813"/>
                </a:cubicBezTo>
                <a:cubicBezTo>
                  <a:pt x="803" y="834"/>
                  <a:pt x="815" y="863"/>
                  <a:pt x="798" y="876"/>
                </a:cubicBezTo>
                <a:cubicBezTo>
                  <a:pt x="786" y="886"/>
                  <a:pt x="758" y="851"/>
                  <a:pt x="758" y="851"/>
                </a:cubicBezTo>
                <a:cubicBezTo>
                  <a:pt x="736" y="822"/>
                  <a:pt x="705" y="819"/>
                  <a:pt x="670" y="813"/>
                </a:cubicBezTo>
                <a:cubicBezTo>
                  <a:pt x="654" y="815"/>
                  <a:pt x="637" y="813"/>
                  <a:pt x="623" y="819"/>
                </a:cubicBezTo>
                <a:cubicBezTo>
                  <a:pt x="616" y="823"/>
                  <a:pt x="619" y="832"/>
                  <a:pt x="616" y="838"/>
                </a:cubicBezTo>
                <a:cubicBezTo>
                  <a:pt x="604" y="862"/>
                  <a:pt x="606" y="856"/>
                  <a:pt x="582" y="864"/>
                </a:cubicBezTo>
                <a:cubicBezTo>
                  <a:pt x="562" y="861"/>
                  <a:pt x="536" y="865"/>
                  <a:pt x="521" y="851"/>
                </a:cubicBezTo>
                <a:cubicBezTo>
                  <a:pt x="484" y="816"/>
                  <a:pt x="482" y="745"/>
                  <a:pt x="430" y="729"/>
                </a:cubicBezTo>
                <a:cubicBezTo>
                  <a:pt x="422" y="717"/>
                  <a:pt x="410" y="702"/>
                  <a:pt x="400" y="693"/>
                </a:cubicBezTo>
                <a:cubicBezTo>
                  <a:pt x="390" y="683"/>
                  <a:pt x="370" y="683"/>
                  <a:pt x="359" y="674"/>
                </a:cubicBezTo>
                <a:cubicBezTo>
                  <a:pt x="348" y="667"/>
                  <a:pt x="346" y="651"/>
                  <a:pt x="336" y="642"/>
                </a:cubicBezTo>
                <a:cubicBezTo>
                  <a:pt x="326" y="633"/>
                  <a:pt x="314" y="625"/>
                  <a:pt x="298" y="623"/>
                </a:cubicBezTo>
                <a:cubicBezTo>
                  <a:pt x="278" y="625"/>
                  <a:pt x="257" y="623"/>
                  <a:pt x="238" y="629"/>
                </a:cubicBezTo>
                <a:cubicBezTo>
                  <a:pt x="230" y="631"/>
                  <a:pt x="230" y="643"/>
                  <a:pt x="224" y="648"/>
                </a:cubicBezTo>
                <a:cubicBezTo>
                  <a:pt x="204" y="667"/>
                  <a:pt x="186" y="663"/>
                  <a:pt x="157" y="667"/>
                </a:cubicBezTo>
                <a:cubicBezTo>
                  <a:pt x="122" y="678"/>
                  <a:pt x="126" y="686"/>
                  <a:pt x="102" y="705"/>
                </a:cubicBezTo>
                <a:cubicBezTo>
                  <a:pt x="90" y="715"/>
                  <a:pt x="62" y="731"/>
                  <a:pt x="62" y="731"/>
                </a:cubicBezTo>
                <a:cubicBezTo>
                  <a:pt x="46" y="686"/>
                  <a:pt x="82" y="627"/>
                  <a:pt x="28" y="610"/>
                </a:cubicBezTo>
                <a:cubicBezTo>
                  <a:pt x="16" y="593"/>
                  <a:pt x="1" y="553"/>
                  <a:pt x="1" y="553"/>
                </a:cubicBezTo>
                <a:cubicBezTo>
                  <a:pt x="17" y="508"/>
                  <a:pt x="7" y="527"/>
                  <a:pt x="28" y="496"/>
                </a:cubicBezTo>
                <a:cubicBezTo>
                  <a:pt x="16" y="479"/>
                  <a:pt x="1" y="439"/>
                  <a:pt x="1" y="439"/>
                </a:cubicBezTo>
                <a:cubicBezTo>
                  <a:pt x="10" y="326"/>
                  <a:pt x="0" y="383"/>
                  <a:pt x="42" y="325"/>
                </a:cubicBezTo>
                <a:cubicBezTo>
                  <a:pt x="57" y="266"/>
                  <a:pt x="62" y="262"/>
                  <a:pt x="48" y="180"/>
                </a:cubicBezTo>
                <a:cubicBezTo>
                  <a:pt x="47" y="172"/>
                  <a:pt x="38" y="168"/>
                  <a:pt x="35" y="161"/>
                </a:cubicBezTo>
                <a:cubicBezTo>
                  <a:pt x="29" y="148"/>
                  <a:pt x="26" y="135"/>
                  <a:pt x="21" y="122"/>
                </a:cubicBezTo>
                <a:cubicBezTo>
                  <a:pt x="19" y="116"/>
                  <a:pt x="15" y="103"/>
                  <a:pt x="15" y="103"/>
                </a:cubicBezTo>
                <a:cubicBezTo>
                  <a:pt x="17" y="76"/>
                  <a:pt x="10" y="46"/>
                  <a:pt x="21" y="21"/>
                </a:cubicBezTo>
                <a:cubicBezTo>
                  <a:pt x="32" y="0"/>
                  <a:pt x="96" y="27"/>
                  <a:pt x="96" y="27"/>
                </a:cubicBezTo>
                <a:cubicBezTo>
                  <a:pt x="98" y="34"/>
                  <a:pt x="102" y="46"/>
                  <a:pt x="102" y="46"/>
                </a:cubicBezTo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57150" cmpd="sng">
            <a:solidFill>
              <a:schemeClr val="accent1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4457704" y="1357298"/>
            <a:ext cx="22098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AREA ESTRATEGICA DEL AMAZONAS</a:t>
            </a:r>
            <a:endParaRPr lang="es-E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 rot="15320259">
            <a:off x="3618707" y="4574273"/>
            <a:ext cx="2362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AREA ESTRATEGICA   DEL   PACIFICO</a:t>
            </a:r>
            <a:endParaRPr lang="es-E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6705600" y="3382964"/>
            <a:ext cx="2362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AREA ESTRATEGICA   DEL   PLATA</a:t>
            </a:r>
            <a:endParaRPr lang="es-ES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4800600" y="3443288"/>
            <a:ext cx="1524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MX" sz="14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AREA ESTRATEGICA   CENTRAL</a:t>
            </a:r>
            <a:endParaRPr lang="es-ES" sz="14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Placa 1">
            <a:extLst>
              <a:ext uri="{FF2B5EF4-FFF2-40B4-BE49-F238E27FC236}">
                <a16:creationId xmlns:a16="http://schemas.microsoft.com/office/drawing/2014/main" id="{72D738B7-F2B8-FE56-08A7-1292863C5076}"/>
              </a:ext>
            </a:extLst>
          </p:cNvPr>
          <p:cNvSpPr/>
          <p:nvPr/>
        </p:nvSpPr>
        <p:spPr>
          <a:xfrm>
            <a:off x="6681788" y="260649"/>
            <a:ext cx="3289301" cy="783927"/>
          </a:xfrm>
          <a:prstGeom prst="plaqu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latin typeface="Bahnschrift SemiBold" panose="020B0502040204020203" pitchFamily="34" charset="0"/>
              </a:rPr>
              <a:t>AREAS ESTRATEGICAS</a:t>
            </a:r>
            <a:endParaRPr lang="es-BO" sz="2800" b="1" dirty="0"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utoUpdateAnimBg="0"/>
      <p:bldP spid="20" grpId="0" autoUpdateAnimBg="0"/>
      <p:bldP spid="21" grpId="0" autoUpdateAnimBg="0"/>
      <p:bldP spid="2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pa político de alta calidad de Bolivia y Paraguay con ...">
            <a:extLst>
              <a:ext uri="{FF2B5EF4-FFF2-40B4-BE49-F238E27FC236}">
                <a16:creationId xmlns:a16="http://schemas.microsoft.com/office/drawing/2014/main" id="{30C50BEC-A04B-84C5-C181-89F7BC635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488" y="1052736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191E4A1-B917-EDE2-0D91-52F594FD0D80}"/>
              </a:ext>
            </a:extLst>
          </p:cNvPr>
          <p:cNvSpPr txBox="1"/>
          <p:nvPr/>
        </p:nvSpPr>
        <p:spPr>
          <a:xfrm>
            <a:off x="2135560" y="1628800"/>
            <a:ext cx="5112568" cy="2944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Teatro de guerra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Son las regiones de tierra, mar y aire implicadas en la guerra.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Es de carácter total por el alcance de los medios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Se considera el territorio Nacional y la del hipotético adversario</a:t>
            </a:r>
          </a:p>
        </p:txBody>
      </p:sp>
      <p:sp>
        <p:nvSpPr>
          <p:cNvPr id="2" name="Placa 1">
            <a:extLst>
              <a:ext uri="{FF2B5EF4-FFF2-40B4-BE49-F238E27FC236}">
                <a16:creationId xmlns:a16="http://schemas.microsoft.com/office/drawing/2014/main" id="{C19FF19A-F087-6393-0C47-C14B7992A8B0}"/>
              </a:ext>
            </a:extLst>
          </p:cNvPr>
          <p:cNvSpPr/>
          <p:nvPr/>
        </p:nvSpPr>
        <p:spPr>
          <a:xfrm>
            <a:off x="1631504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TEATRO DE GUERRA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EADA306-BA3F-3955-C255-7F2077AFA790}"/>
              </a:ext>
            </a:extLst>
          </p:cNvPr>
          <p:cNvSpPr txBox="1"/>
          <p:nvPr/>
        </p:nvSpPr>
        <p:spPr>
          <a:xfrm rot="3143593">
            <a:off x="7784980" y="2597857"/>
            <a:ext cx="1929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TEATRO DE GUERRA</a:t>
            </a:r>
            <a:endParaRPr lang="es-BO" sz="14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306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E574602F-D337-7CBF-F0EC-738F75D8C161}"/>
              </a:ext>
            </a:extLst>
          </p:cNvPr>
          <p:cNvSpPr/>
          <p:nvPr/>
        </p:nvSpPr>
        <p:spPr>
          <a:xfrm>
            <a:off x="1631504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TEATRO DE OPERACIONES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EB2307-294E-FE76-BF0F-3B115433FDD5}"/>
              </a:ext>
            </a:extLst>
          </p:cNvPr>
          <p:cNvSpPr txBox="1"/>
          <p:nvPr/>
        </p:nvSpPr>
        <p:spPr>
          <a:xfrm>
            <a:off x="7163992" y="2179305"/>
            <a:ext cx="1010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Aéreo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5334D1B-03E2-49A2-4C6B-E77FE784F53F}"/>
              </a:ext>
            </a:extLst>
          </p:cNvPr>
          <p:cNvSpPr txBox="1"/>
          <p:nvPr/>
        </p:nvSpPr>
        <p:spPr>
          <a:xfrm>
            <a:off x="3397440" y="4871944"/>
            <a:ext cx="6586992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17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BO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Facilitar las operaciones Militares y la conducción de las Fuerzas para desarrollar la Maniobra Estratégica Operativa que nos permite alcanzar el Objetivo Militar”.</a:t>
            </a:r>
            <a:endParaRPr lang="es-ES" altLang="es-BO" sz="28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E93D81-7B28-E23F-4B26-7DAA6E7C3C2F}"/>
              </a:ext>
            </a:extLst>
          </p:cNvPr>
          <p:cNvSpPr txBox="1"/>
          <p:nvPr/>
        </p:nvSpPr>
        <p:spPr>
          <a:xfrm>
            <a:off x="1991544" y="2651795"/>
            <a:ext cx="6300700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Suma  de las zonas de operaciones propias y del enemigo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143EEC-0086-E7A1-F2B2-96A2F692685D}"/>
              </a:ext>
            </a:extLst>
          </p:cNvPr>
          <p:cNvSpPr txBox="1"/>
          <p:nvPr/>
        </p:nvSpPr>
        <p:spPr>
          <a:xfrm>
            <a:off x="2495600" y="166764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Se desarrollan las operaciones Militares</a:t>
            </a:r>
            <a:endParaRPr lang="es-BO" dirty="0"/>
          </a:p>
        </p:txBody>
      </p:sp>
      <p:pic>
        <p:nvPicPr>
          <p:cNvPr id="8" name="Picture 27" descr="Tres flechas que apuntan en diferentes direcciones elección de ruta icono  de flecha de color ilustración vectorial | Vector Premium">
            <a:extLst>
              <a:ext uri="{FF2B5EF4-FFF2-40B4-BE49-F238E27FC236}">
                <a16:creationId xmlns:a16="http://schemas.microsoft.com/office/drawing/2014/main" id="{67F962A4-DE51-9B3B-B001-600E5A7D6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849137" y="1260317"/>
            <a:ext cx="1023937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CA05C40-56AC-5DB9-DF81-616D29C56B7B}"/>
              </a:ext>
            </a:extLst>
          </p:cNvPr>
          <p:cNvSpPr txBox="1"/>
          <p:nvPr/>
        </p:nvSpPr>
        <p:spPr>
          <a:xfrm>
            <a:off x="7270134" y="995935"/>
            <a:ext cx="120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Terrestre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D0F1F75-2DED-1C2C-F786-E04E7473D467}"/>
              </a:ext>
            </a:extLst>
          </p:cNvPr>
          <p:cNvSpPr txBox="1"/>
          <p:nvPr/>
        </p:nvSpPr>
        <p:spPr>
          <a:xfrm>
            <a:off x="7785240" y="1505612"/>
            <a:ext cx="120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Marítimo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E127CD3-4FB8-683D-979F-09946916ECBB}"/>
              </a:ext>
            </a:extLst>
          </p:cNvPr>
          <p:cNvSpPr txBox="1"/>
          <p:nvPr/>
        </p:nvSpPr>
        <p:spPr>
          <a:xfrm>
            <a:off x="1969800" y="3718082"/>
            <a:ext cx="989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175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BO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Objeto.</a:t>
            </a:r>
            <a:endParaRPr lang="es-BO" altLang="es-BO" sz="1100" dirty="0">
              <a:solidFill>
                <a:srgbClr val="FF0000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CD260FB-0C9A-9E94-9DB0-471729D9CB04}"/>
              </a:ext>
            </a:extLst>
          </p:cNvPr>
          <p:cNvSpPr txBox="1"/>
          <p:nvPr/>
        </p:nvSpPr>
        <p:spPr>
          <a:xfrm>
            <a:off x="3287689" y="3505577"/>
            <a:ext cx="6440025" cy="12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17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BO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Disponer el control y ocupación del territorio, el control de la población, los recursos existentes y ejercer el Gobierno Político y Militar.</a:t>
            </a:r>
            <a:endParaRPr lang="es-BO" altLang="es-BO" sz="11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35AD537-4284-19C8-B6BD-1C80B3BA2889}"/>
              </a:ext>
            </a:extLst>
          </p:cNvPr>
          <p:cNvSpPr txBox="1"/>
          <p:nvPr/>
        </p:nvSpPr>
        <p:spPr>
          <a:xfrm>
            <a:off x="1818460" y="5190354"/>
            <a:ext cx="1354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175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BO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Finalidad.</a:t>
            </a:r>
            <a:endParaRPr lang="es-BO" altLang="es-BO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733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47"/>
          <p:cNvGrpSpPr>
            <a:grpSpLocks/>
          </p:cNvGrpSpPr>
          <p:nvPr/>
        </p:nvGrpSpPr>
        <p:grpSpPr bwMode="auto">
          <a:xfrm>
            <a:off x="3211513" y="334964"/>
            <a:ext cx="5948362" cy="5824537"/>
            <a:chOff x="6" y="281"/>
            <a:chExt cx="4699" cy="4892"/>
          </a:xfrm>
        </p:grpSpPr>
        <p:sp>
          <p:nvSpPr>
            <p:cNvPr id="5" name="Freeform 1026"/>
            <p:cNvSpPr>
              <a:spLocks/>
            </p:cNvSpPr>
            <p:nvPr/>
          </p:nvSpPr>
          <p:spPr bwMode="auto">
            <a:xfrm>
              <a:off x="1131" y="2517"/>
              <a:ext cx="1009" cy="1088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89" y="15"/>
                </a:cxn>
                <a:cxn ang="0">
                  <a:pos x="190" y="161"/>
                </a:cxn>
                <a:cxn ang="0">
                  <a:pos x="292" y="211"/>
                </a:cxn>
                <a:cxn ang="0">
                  <a:pos x="393" y="205"/>
                </a:cxn>
                <a:cxn ang="0">
                  <a:pos x="440" y="154"/>
                </a:cxn>
                <a:cxn ang="0">
                  <a:pos x="481" y="97"/>
                </a:cxn>
                <a:cxn ang="0">
                  <a:pos x="494" y="59"/>
                </a:cxn>
                <a:cxn ang="0">
                  <a:pos x="501" y="40"/>
                </a:cxn>
                <a:cxn ang="0">
                  <a:pos x="663" y="59"/>
                </a:cxn>
                <a:cxn ang="0">
                  <a:pos x="697" y="230"/>
                </a:cxn>
                <a:cxn ang="0">
                  <a:pos x="670" y="300"/>
                </a:cxn>
                <a:cxn ang="0">
                  <a:pos x="670" y="363"/>
                </a:cxn>
                <a:cxn ang="0">
                  <a:pos x="711" y="376"/>
                </a:cxn>
                <a:cxn ang="0">
                  <a:pos x="724" y="395"/>
                </a:cxn>
                <a:cxn ang="0">
                  <a:pos x="744" y="408"/>
                </a:cxn>
                <a:cxn ang="0">
                  <a:pos x="785" y="452"/>
                </a:cxn>
                <a:cxn ang="0">
                  <a:pos x="798" y="471"/>
                </a:cxn>
                <a:cxn ang="0">
                  <a:pos x="819" y="484"/>
                </a:cxn>
                <a:cxn ang="0">
                  <a:pos x="789" y="534"/>
                </a:cxn>
                <a:cxn ang="0">
                  <a:pos x="819" y="516"/>
                </a:cxn>
                <a:cxn ang="0">
                  <a:pos x="765" y="540"/>
                </a:cxn>
                <a:cxn ang="0">
                  <a:pos x="738" y="604"/>
                </a:cxn>
                <a:cxn ang="0">
                  <a:pos x="697" y="629"/>
                </a:cxn>
                <a:cxn ang="0">
                  <a:pos x="738" y="718"/>
                </a:cxn>
                <a:cxn ang="0">
                  <a:pos x="805" y="813"/>
                </a:cxn>
                <a:cxn ang="0">
                  <a:pos x="798" y="876"/>
                </a:cxn>
                <a:cxn ang="0">
                  <a:pos x="758" y="851"/>
                </a:cxn>
                <a:cxn ang="0">
                  <a:pos x="670" y="813"/>
                </a:cxn>
                <a:cxn ang="0">
                  <a:pos x="623" y="819"/>
                </a:cxn>
                <a:cxn ang="0">
                  <a:pos x="616" y="838"/>
                </a:cxn>
                <a:cxn ang="0">
                  <a:pos x="582" y="864"/>
                </a:cxn>
                <a:cxn ang="0">
                  <a:pos x="521" y="851"/>
                </a:cxn>
                <a:cxn ang="0">
                  <a:pos x="430" y="729"/>
                </a:cxn>
                <a:cxn ang="0">
                  <a:pos x="400" y="693"/>
                </a:cxn>
                <a:cxn ang="0">
                  <a:pos x="359" y="674"/>
                </a:cxn>
                <a:cxn ang="0">
                  <a:pos x="336" y="642"/>
                </a:cxn>
                <a:cxn ang="0">
                  <a:pos x="298" y="623"/>
                </a:cxn>
                <a:cxn ang="0">
                  <a:pos x="238" y="629"/>
                </a:cxn>
                <a:cxn ang="0">
                  <a:pos x="224" y="648"/>
                </a:cxn>
                <a:cxn ang="0">
                  <a:pos x="157" y="667"/>
                </a:cxn>
                <a:cxn ang="0">
                  <a:pos x="102" y="705"/>
                </a:cxn>
                <a:cxn ang="0">
                  <a:pos x="62" y="731"/>
                </a:cxn>
                <a:cxn ang="0">
                  <a:pos x="28" y="610"/>
                </a:cxn>
                <a:cxn ang="0">
                  <a:pos x="1" y="553"/>
                </a:cxn>
                <a:cxn ang="0">
                  <a:pos x="28" y="496"/>
                </a:cxn>
                <a:cxn ang="0">
                  <a:pos x="1" y="439"/>
                </a:cxn>
                <a:cxn ang="0">
                  <a:pos x="42" y="325"/>
                </a:cxn>
                <a:cxn ang="0">
                  <a:pos x="48" y="180"/>
                </a:cxn>
                <a:cxn ang="0">
                  <a:pos x="35" y="161"/>
                </a:cxn>
                <a:cxn ang="0">
                  <a:pos x="21" y="122"/>
                </a:cxn>
                <a:cxn ang="0">
                  <a:pos x="15" y="103"/>
                </a:cxn>
                <a:cxn ang="0">
                  <a:pos x="21" y="21"/>
                </a:cxn>
                <a:cxn ang="0">
                  <a:pos x="96" y="27"/>
                </a:cxn>
                <a:cxn ang="0">
                  <a:pos x="102" y="46"/>
                </a:cxn>
              </a:cxnLst>
              <a:rect l="0" t="0" r="r" b="b"/>
              <a:pathLst>
                <a:path w="823" h="886">
                  <a:moveTo>
                    <a:pt x="48" y="8"/>
                  </a:moveTo>
                  <a:cubicBezTo>
                    <a:pt x="62" y="11"/>
                    <a:pt x="78" y="7"/>
                    <a:pt x="89" y="15"/>
                  </a:cubicBezTo>
                  <a:cubicBezTo>
                    <a:pt x="140" y="49"/>
                    <a:pt x="128" y="121"/>
                    <a:pt x="190" y="161"/>
                  </a:cubicBezTo>
                  <a:cubicBezTo>
                    <a:pt x="215" y="195"/>
                    <a:pt x="251" y="202"/>
                    <a:pt x="292" y="211"/>
                  </a:cubicBezTo>
                  <a:cubicBezTo>
                    <a:pt x="325" y="209"/>
                    <a:pt x="361" y="215"/>
                    <a:pt x="393" y="205"/>
                  </a:cubicBezTo>
                  <a:cubicBezTo>
                    <a:pt x="416" y="197"/>
                    <a:pt x="420" y="167"/>
                    <a:pt x="440" y="154"/>
                  </a:cubicBezTo>
                  <a:cubicBezTo>
                    <a:pt x="447" y="145"/>
                    <a:pt x="471" y="112"/>
                    <a:pt x="481" y="97"/>
                  </a:cubicBezTo>
                  <a:cubicBezTo>
                    <a:pt x="489" y="86"/>
                    <a:pt x="490" y="72"/>
                    <a:pt x="494" y="59"/>
                  </a:cubicBezTo>
                  <a:cubicBezTo>
                    <a:pt x="497" y="53"/>
                    <a:pt x="501" y="40"/>
                    <a:pt x="501" y="40"/>
                  </a:cubicBezTo>
                  <a:cubicBezTo>
                    <a:pt x="562" y="44"/>
                    <a:pt x="605" y="53"/>
                    <a:pt x="663" y="59"/>
                  </a:cubicBezTo>
                  <a:cubicBezTo>
                    <a:pt x="700" y="112"/>
                    <a:pt x="677" y="172"/>
                    <a:pt x="697" y="230"/>
                  </a:cubicBezTo>
                  <a:cubicBezTo>
                    <a:pt x="691" y="259"/>
                    <a:pt x="687" y="276"/>
                    <a:pt x="670" y="300"/>
                  </a:cubicBezTo>
                  <a:cubicBezTo>
                    <a:pt x="667" y="321"/>
                    <a:pt x="652" y="351"/>
                    <a:pt x="670" y="363"/>
                  </a:cubicBezTo>
                  <a:cubicBezTo>
                    <a:pt x="681" y="371"/>
                    <a:pt x="711" y="376"/>
                    <a:pt x="711" y="376"/>
                  </a:cubicBezTo>
                  <a:cubicBezTo>
                    <a:pt x="715" y="382"/>
                    <a:pt x="718" y="390"/>
                    <a:pt x="724" y="395"/>
                  </a:cubicBezTo>
                  <a:cubicBezTo>
                    <a:pt x="730" y="400"/>
                    <a:pt x="739" y="401"/>
                    <a:pt x="744" y="408"/>
                  </a:cubicBezTo>
                  <a:cubicBezTo>
                    <a:pt x="763" y="430"/>
                    <a:pt x="745" y="439"/>
                    <a:pt x="785" y="452"/>
                  </a:cubicBezTo>
                  <a:cubicBezTo>
                    <a:pt x="789" y="458"/>
                    <a:pt x="793" y="466"/>
                    <a:pt x="798" y="471"/>
                  </a:cubicBezTo>
                  <a:cubicBezTo>
                    <a:pt x="804" y="476"/>
                    <a:pt x="816" y="476"/>
                    <a:pt x="819" y="484"/>
                  </a:cubicBezTo>
                  <a:cubicBezTo>
                    <a:pt x="820" y="492"/>
                    <a:pt x="792" y="528"/>
                    <a:pt x="789" y="534"/>
                  </a:cubicBezTo>
                  <a:cubicBezTo>
                    <a:pt x="789" y="539"/>
                    <a:pt x="823" y="515"/>
                    <a:pt x="819" y="516"/>
                  </a:cubicBezTo>
                  <a:cubicBezTo>
                    <a:pt x="815" y="517"/>
                    <a:pt x="778" y="525"/>
                    <a:pt x="765" y="540"/>
                  </a:cubicBezTo>
                  <a:cubicBezTo>
                    <a:pt x="756" y="591"/>
                    <a:pt x="756" y="553"/>
                    <a:pt x="738" y="604"/>
                  </a:cubicBezTo>
                  <a:cubicBezTo>
                    <a:pt x="732" y="619"/>
                    <a:pt x="697" y="629"/>
                    <a:pt x="697" y="629"/>
                  </a:cubicBezTo>
                  <a:cubicBezTo>
                    <a:pt x="703" y="680"/>
                    <a:pt x="697" y="693"/>
                    <a:pt x="738" y="718"/>
                  </a:cubicBezTo>
                  <a:cubicBezTo>
                    <a:pt x="761" y="751"/>
                    <a:pt x="792" y="775"/>
                    <a:pt x="805" y="813"/>
                  </a:cubicBezTo>
                  <a:cubicBezTo>
                    <a:pt x="803" y="834"/>
                    <a:pt x="815" y="863"/>
                    <a:pt x="798" y="876"/>
                  </a:cubicBezTo>
                  <a:cubicBezTo>
                    <a:pt x="786" y="886"/>
                    <a:pt x="758" y="851"/>
                    <a:pt x="758" y="851"/>
                  </a:cubicBezTo>
                  <a:cubicBezTo>
                    <a:pt x="736" y="822"/>
                    <a:pt x="705" y="819"/>
                    <a:pt x="670" y="813"/>
                  </a:cubicBezTo>
                  <a:cubicBezTo>
                    <a:pt x="654" y="815"/>
                    <a:pt x="637" y="813"/>
                    <a:pt x="623" y="819"/>
                  </a:cubicBezTo>
                  <a:cubicBezTo>
                    <a:pt x="616" y="823"/>
                    <a:pt x="619" y="832"/>
                    <a:pt x="616" y="838"/>
                  </a:cubicBezTo>
                  <a:cubicBezTo>
                    <a:pt x="604" y="862"/>
                    <a:pt x="606" y="856"/>
                    <a:pt x="582" y="864"/>
                  </a:cubicBezTo>
                  <a:cubicBezTo>
                    <a:pt x="562" y="861"/>
                    <a:pt x="536" y="865"/>
                    <a:pt x="521" y="851"/>
                  </a:cubicBezTo>
                  <a:cubicBezTo>
                    <a:pt x="484" y="816"/>
                    <a:pt x="482" y="745"/>
                    <a:pt x="430" y="729"/>
                  </a:cubicBezTo>
                  <a:cubicBezTo>
                    <a:pt x="422" y="717"/>
                    <a:pt x="410" y="702"/>
                    <a:pt x="400" y="693"/>
                  </a:cubicBezTo>
                  <a:cubicBezTo>
                    <a:pt x="390" y="683"/>
                    <a:pt x="370" y="683"/>
                    <a:pt x="359" y="674"/>
                  </a:cubicBezTo>
                  <a:cubicBezTo>
                    <a:pt x="348" y="667"/>
                    <a:pt x="346" y="651"/>
                    <a:pt x="336" y="642"/>
                  </a:cubicBezTo>
                  <a:cubicBezTo>
                    <a:pt x="326" y="633"/>
                    <a:pt x="314" y="625"/>
                    <a:pt x="298" y="623"/>
                  </a:cubicBezTo>
                  <a:cubicBezTo>
                    <a:pt x="278" y="625"/>
                    <a:pt x="257" y="623"/>
                    <a:pt x="238" y="629"/>
                  </a:cubicBezTo>
                  <a:cubicBezTo>
                    <a:pt x="230" y="631"/>
                    <a:pt x="230" y="643"/>
                    <a:pt x="224" y="648"/>
                  </a:cubicBezTo>
                  <a:cubicBezTo>
                    <a:pt x="204" y="667"/>
                    <a:pt x="186" y="663"/>
                    <a:pt x="157" y="667"/>
                  </a:cubicBezTo>
                  <a:cubicBezTo>
                    <a:pt x="122" y="678"/>
                    <a:pt x="126" y="686"/>
                    <a:pt x="102" y="705"/>
                  </a:cubicBezTo>
                  <a:cubicBezTo>
                    <a:pt x="90" y="715"/>
                    <a:pt x="62" y="731"/>
                    <a:pt x="62" y="731"/>
                  </a:cubicBezTo>
                  <a:cubicBezTo>
                    <a:pt x="46" y="686"/>
                    <a:pt x="82" y="627"/>
                    <a:pt x="28" y="610"/>
                  </a:cubicBezTo>
                  <a:cubicBezTo>
                    <a:pt x="16" y="593"/>
                    <a:pt x="1" y="553"/>
                    <a:pt x="1" y="553"/>
                  </a:cubicBezTo>
                  <a:cubicBezTo>
                    <a:pt x="17" y="508"/>
                    <a:pt x="7" y="527"/>
                    <a:pt x="28" y="496"/>
                  </a:cubicBezTo>
                  <a:cubicBezTo>
                    <a:pt x="16" y="479"/>
                    <a:pt x="1" y="439"/>
                    <a:pt x="1" y="439"/>
                  </a:cubicBezTo>
                  <a:cubicBezTo>
                    <a:pt x="10" y="326"/>
                    <a:pt x="0" y="383"/>
                    <a:pt x="42" y="325"/>
                  </a:cubicBezTo>
                  <a:cubicBezTo>
                    <a:pt x="57" y="266"/>
                    <a:pt x="62" y="262"/>
                    <a:pt x="48" y="180"/>
                  </a:cubicBezTo>
                  <a:cubicBezTo>
                    <a:pt x="47" y="172"/>
                    <a:pt x="38" y="168"/>
                    <a:pt x="35" y="161"/>
                  </a:cubicBezTo>
                  <a:cubicBezTo>
                    <a:pt x="29" y="148"/>
                    <a:pt x="26" y="135"/>
                    <a:pt x="21" y="122"/>
                  </a:cubicBezTo>
                  <a:cubicBezTo>
                    <a:pt x="19" y="116"/>
                    <a:pt x="15" y="103"/>
                    <a:pt x="15" y="103"/>
                  </a:cubicBezTo>
                  <a:cubicBezTo>
                    <a:pt x="17" y="76"/>
                    <a:pt x="10" y="46"/>
                    <a:pt x="21" y="21"/>
                  </a:cubicBezTo>
                  <a:cubicBezTo>
                    <a:pt x="32" y="0"/>
                    <a:pt x="96" y="27"/>
                    <a:pt x="96" y="27"/>
                  </a:cubicBezTo>
                  <a:cubicBezTo>
                    <a:pt x="98" y="34"/>
                    <a:pt x="102" y="46"/>
                    <a:pt x="102" y="46"/>
                  </a:cubicBezTo>
                </a:path>
              </a:pathLst>
            </a:custGeom>
            <a:solidFill>
              <a:schemeClr val="bg1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reeform 1027"/>
            <p:cNvSpPr>
              <a:spLocks/>
            </p:cNvSpPr>
            <p:nvPr/>
          </p:nvSpPr>
          <p:spPr bwMode="auto">
            <a:xfrm>
              <a:off x="865" y="547"/>
              <a:ext cx="2361" cy="2282"/>
            </a:xfrm>
            <a:custGeom>
              <a:avLst/>
              <a:gdLst/>
              <a:ahLst/>
              <a:cxnLst>
                <a:cxn ang="0">
                  <a:pos x="698" y="19"/>
                </a:cxn>
                <a:cxn ang="0">
                  <a:pos x="583" y="89"/>
                </a:cxn>
                <a:cxn ang="0">
                  <a:pos x="550" y="114"/>
                </a:cxn>
                <a:cxn ang="0">
                  <a:pos x="448" y="240"/>
                </a:cxn>
                <a:cxn ang="0">
                  <a:pos x="340" y="316"/>
                </a:cxn>
                <a:cxn ang="0">
                  <a:pos x="252" y="411"/>
                </a:cxn>
                <a:cxn ang="0">
                  <a:pos x="225" y="588"/>
                </a:cxn>
                <a:cxn ang="0">
                  <a:pos x="164" y="816"/>
                </a:cxn>
                <a:cxn ang="0">
                  <a:pos x="103" y="925"/>
                </a:cxn>
                <a:cxn ang="0">
                  <a:pos x="43" y="1107"/>
                </a:cxn>
                <a:cxn ang="0">
                  <a:pos x="23" y="1164"/>
                </a:cxn>
                <a:cxn ang="0">
                  <a:pos x="77" y="1367"/>
                </a:cxn>
                <a:cxn ang="0">
                  <a:pos x="151" y="1512"/>
                </a:cxn>
                <a:cxn ang="0">
                  <a:pos x="218" y="1575"/>
                </a:cxn>
                <a:cxn ang="0">
                  <a:pos x="252" y="1607"/>
                </a:cxn>
                <a:cxn ang="0">
                  <a:pos x="306" y="1632"/>
                </a:cxn>
                <a:cxn ang="0">
                  <a:pos x="435" y="1784"/>
                </a:cxn>
                <a:cxn ang="0">
                  <a:pos x="523" y="1847"/>
                </a:cxn>
                <a:cxn ang="0">
                  <a:pos x="617" y="1841"/>
                </a:cxn>
                <a:cxn ang="0">
                  <a:pos x="901" y="1664"/>
                </a:cxn>
                <a:cxn ang="0">
                  <a:pos x="1266" y="1651"/>
                </a:cxn>
                <a:cxn ang="0">
                  <a:pos x="1212" y="1556"/>
                </a:cxn>
                <a:cxn ang="0">
                  <a:pos x="1158" y="1424"/>
                </a:cxn>
                <a:cxn ang="0">
                  <a:pos x="1300" y="1329"/>
                </a:cxn>
                <a:cxn ang="0">
                  <a:pos x="1361" y="1265"/>
                </a:cxn>
                <a:cxn ang="0">
                  <a:pos x="1563" y="1145"/>
                </a:cxn>
                <a:cxn ang="0">
                  <a:pos x="1766" y="1050"/>
                </a:cxn>
                <a:cxn ang="0">
                  <a:pos x="1921" y="962"/>
                </a:cxn>
                <a:cxn ang="0">
                  <a:pos x="1793" y="879"/>
                </a:cxn>
                <a:cxn ang="0">
                  <a:pos x="1556" y="797"/>
                </a:cxn>
                <a:cxn ang="0">
                  <a:pos x="1361" y="664"/>
                </a:cxn>
                <a:cxn ang="0">
                  <a:pos x="1070" y="614"/>
                </a:cxn>
                <a:cxn ang="0">
                  <a:pos x="887" y="500"/>
                </a:cxn>
                <a:cxn ang="0">
                  <a:pos x="827" y="462"/>
                </a:cxn>
                <a:cxn ang="0">
                  <a:pos x="732" y="272"/>
                </a:cxn>
                <a:cxn ang="0">
                  <a:pos x="759" y="171"/>
                </a:cxn>
                <a:cxn ang="0">
                  <a:pos x="637" y="32"/>
                </a:cxn>
                <a:cxn ang="0">
                  <a:pos x="610" y="57"/>
                </a:cxn>
              </a:cxnLst>
              <a:rect l="0" t="0" r="r" b="b"/>
              <a:pathLst>
                <a:path w="1927" h="1858">
                  <a:moveTo>
                    <a:pt x="705" y="0"/>
                  </a:moveTo>
                  <a:cubicBezTo>
                    <a:pt x="703" y="6"/>
                    <a:pt x="704" y="15"/>
                    <a:pt x="698" y="19"/>
                  </a:cubicBezTo>
                  <a:cubicBezTo>
                    <a:pt x="687" y="26"/>
                    <a:pt x="658" y="32"/>
                    <a:pt x="658" y="32"/>
                  </a:cubicBezTo>
                  <a:cubicBezTo>
                    <a:pt x="637" y="60"/>
                    <a:pt x="618" y="78"/>
                    <a:pt x="583" y="89"/>
                  </a:cubicBezTo>
                  <a:cubicBezTo>
                    <a:pt x="581" y="95"/>
                    <a:pt x="582" y="103"/>
                    <a:pt x="577" y="108"/>
                  </a:cubicBezTo>
                  <a:cubicBezTo>
                    <a:pt x="570" y="113"/>
                    <a:pt x="555" y="108"/>
                    <a:pt x="550" y="114"/>
                  </a:cubicBezTo>
                  <a:cubicBezTo>
                    <a:pt x="506" y="163"/>
                    <a:pt x="576" y="135"/>
                    <a:pt x="523" y="152"/>
                  </a:cubicBezTo>
                  <a:cubicBezTo>
                    <a:pt x="499" y="185"/>
                    <a:pt x="485" y="217"/>
                    <a:pt x="448" y="240"/>
                  </a:cubicBezTo>
                  <a:cubicBezTo>
                    <a:pt x="446" y="247"/>
                    <a:pt x="445" y="253"/>
                    <a:pt x="441" y="259"/>
                  </a:cubicBezTo>
                  <a:cubicBezTo>
                    <a:pt x="403" y="325"/>
                    <a:pt x="403" y="287"/>
                    <a:pt x="340" y="316"/>
                  </a:cubicBezTo>
                  <a:cubicBezTo>
                    <a:pt x="287" y="341"/>
                    <a:pt x="350" y="320"/>
                    <a:pt x="300" y="335"/>
                  </a:cubicBezTo>
                  <a:cubicBezTo>
                    <a:pt x="277" y="367"/>
                    <a:pt x="292" y="399"/>
                    <a:pt x="252" y="411"/>
                  </a:cubicBezTo>
                  <a:cubicBezTo>
                    <a:pt x="230" y="475"/>
                    <a:pt x="260" y="384"/>
                    <a:pt x="239" y="550"/>
                  </a:cubicBezTo>
                  <a:cubicBezTo>
                    <a:pt x="237" y="564"/>
                    <a:pt x="225" y="588"/>
                    <a:pt x="225" y="588"/>
                  </a:cubicBezTo>
                  <a:cubicBezTo>
                    <a:pt x="223" y="620"/>
                    <a:pt x="208" y="654"/>
                    <a:pt x="203" y="685"/>
                  </a:cubicBezTo>
                  <a:cubicBezTo>
                    <a:pt x="197" y="732"/>
                    <a:pt x="180" y="773"/>
                    <a:pt x="164" y="816"/>
                  </a:cubicBezTo>
                  <a:cubicBezTo>
                    <a:pt x="159" y="831"/>
                    <a:pt x="143" y="839"/>
                    <a:pt x="137" y="854"/>
                  </a:cubicBezTo>
                  <a:cubicBezTo>
                    <a:pt x="127" y="873"/>
                    <a:pt x="112" y="906"/>
                    <a:pt x="103" y="925"/>
                  </a:cubicBezTo>
                  <a:cubicBezTo>
                    <a:pt x="94" y="944"/>
                    <a:pt x="93" y="938"/>
                    <a:pt x="83" y="968"/>
                  </a:cubicBezTo>
                  <a:cubicBezTo>
                    <a:pt x="56" y="1006"/>
                    <a:pt x="57" y="1065"/>
                    <a:pt x="43" y="1107"/>
                  </a:cubicBezTo>
                  <a:cubicBezTo>
                    <a:pt x="38" y="1120"/>
                    <a:pt x="34" y="1133"/>
                    <a:pt x="29" y="1145"/>
                  </a:cubicBezTo>
                  <a:cubicBezTo>
                    <a:pt x="27" y="1151"/>
                    <a:pt x="23" y="1164"/>
                    <a:pt x="23" y="1164"/>
                  </a:cubicBezTo>
                  <a:cubicBezTo>
                    <a:pt x="26" y="1226"/>
                    <a:pt x="0" y="1294"/>
                    <a:pt x="56" y="1329"/>
                  </a:cubicBezTo>
                  <a:cubicBezTo>
                    <a:pt x="81" y="1398"/>
                    <a:pt x="42" y="1293"/>
                    <a:pt x="77" y="1367"/>
                  </a:cubicBezTo>
                  <a:cubicBezTo>
                    <a:pt x="96" y="1408"/>
                    <a:pt x="96" y="1467"/>
                    <a:pt x="137" y="1493"/>
                  </a:cubicBezTo>
                  <a:cubicBezTo>
                    <a:pt x="142" y="1499"/>
                    <a:pt x="145" y="1507"/>
                    <a:pt x="151" y="1512"/>
                  </a:cubicBezTo>
                  <a:cubicBezTo>
                    <a:pt x="157" y="1517"/>
                    <a:pt x="166" y="1520"/>
                    <a:pt x="171" y="1525"/>
                  </a:cubicBezTo>
                  <a:cubicBezTo>
                    <a:pt x="226" y="1584"/>
                    <a:pt x="172" y="1547"/>
                    <a:pt x="218" y="1575"/>
                  </a:cubicBezTo>
                  <a:cubicBezTo>
                    <a:pt x="223" y="1582"/>
                    <a:pt x="226" y="1589"/>
                    <a:pt x="232" y="1594"/>
                  </a:cubicBezTo>
                  <a:cubicBezTo>
                    <a:pt x="238" y="1600"/>
                    <a:pt x="247" y="1601"/>
                    <a:pt x="252" y="1607"/>
                  </a:cubicBezTo>
                  <a:cubicBezTo>
                    <a:pt x="257" y="1612"/>
                    <a:pt x="252" y="1623"/>
                    <a:pt x="259" y="1626"/>
                  </a:cubicBezTo>
                  <a:cubicBezTo>
                    <a:pt x="274" y="1632"/>
                    <a:pt x="291" y="1630"/>
                    <a:pt x="306" y="1632"/>
                  </a:cubicBezTo>
                  <a:cubicBezTo>
                    <a:pt x="329" y="1646"/>
                    <a:pt x="338" y="1663"/>
                    <a:pt x="360" y="1677"/>
                  </a:cubicBezTo>
                  <a:cubicBezTo>
                    <a:pt x="372" y="1707"/>
                    <a:pt x="404" y="1765"/>
                    <a:pt x="435" y="1784"/>
                  </a:cubicBezTo>
                  <a:cubicBezTo>
                    <a:pt x="438" y="1789"/>
                    <a:pt x="479" y="1833"/>
                    <a:pt x="482" y="1835"/>
                  </a:cubicBezTo>
                  <a:cubicBezTo>
                    <a:pt x="494" y="1842"/>
                    <a:pt x="509" y="1843"/>
                    <a:pt x="523" y="1847"/>
                  </a:cubicBezTo>
                  <a:cubicBezTo>
                    <a:pt x="529" y="1850"/>
                    <a:pt x="543" y="1854"/>
                    <a:pt x="543" y="1854"/>
                  </a:cubicBezTo>
                  <a:cubicBezTo>
                    <a:pt x="568" y="1851"/>
                    <a:pt x="599" y="1858"/>
                    <a:pt x="617" y="1841"/>
                  </a:cubicBezTo>
                  <a:cubicBezTo>
                    <a:pt x="663" y="1798"/>
                    <a:pt x="663" y="1728"/>
                    <a:pt x="705" y="1689"/>
                  </a:cubicBezTo>
                  <a:cubicBezTo>
                    <a:pt x="748" y="1649"/>
                    <a:pt x="881" y="1665"/>
                    <a:pt x="901" y="1664"/>
                  </a:cubicBezTo>
                  <a:cubicBezTo>
                    <a:pt x="963" y="1669"/>
                    <a:pt x="1011" y="1682"/>
                    <a:pt x="1070" y="1696"/>
                  </a:cubicBezTo>
                  <a:cubicBezTo>
                    <a:pt x="1201" y="1691"/>
                    <a:pt x="1237" y="1735"/>
                    <a:pt x="1266" y="1651"/>
                  </a:cubicBezTo>
                  <a:cubicBezTo>
                    <a:pt x="1261" y="1639"/>
                    <a:pt x="1260" y="1625"/>
                    <a:pt x="1252" y="1613"/>
                  </a:cubicBezTo>
                  <a:cubicBezTo>
                    <a:pt x="1239" y="1594"/>
                    <a:pt x="1220" y="1579"/>
                    <a:pt x="1212" y="1556"/>
                  </a:cubicBezTo>
                  <a:cubicBezTo>
                    <a:pt x="1203" y="1531"/>
                    <a:pt x="1194" y="1506"/>
                    <a:pt x="1185" y="1480"/>
                  </a:cubicBezTo>
                  <a:cubicBezTo>
                    <a:pt x="1178" y="1460"/>
                    <a:pt x="1165" y="1444"/>
                    <a:pt x="1158" y="1424"/>
                  </a:cubicBezTo>
                  <a:cubicBezTo>
                    <a:pt x="1156" y="1417"/>
                    <a:pt x="1151" y="1405"/>
                    <a:pt x="1151" y="1405"/>
                  </a:cubicBezTo>
                  <a:cubicBezTo>
                    <a:pt x="1163" y="1280"/>
                    <a:pt x="1131" y="1356"/>
                    <a:pt x="1300" y="1329"/>
                  </a:cubicBezTo>
                  <a:cubicBezTo>
                    <a:pt x="1314" y="1327"/>
                    <a:pt x="1313" y="1297"/>
                    <a:pt x="1320" y="1291"/>
                  </a:cubicBezTo>
                  <a:cubicBezTo>
                    <a:pt x="1331" y="1280"/>
                    <a:pt x="1361" y="1265"/>
                    <a:pt x="1361" y="1265"/>
                  </a:cubicBezTo>
                  <a:cubicBezTo>
                    <a:pt x="1381" y="1237"/>
                    <a:pt x="1406" y="1230"/>
                    <a:pt x="1435" y="1215"/>
                  </a:cubicBezTo>
                  <a:cubicBezTo>
                    <a:pt x="1480" y="1192"/>
                    <a:pt x="1514" y="1157"/>
                    <a:pt x="1563" y="1145"/>
                  </a:cubicBezTo>
                  <a:cubicBezTo>
                    <a:pt x="1597" y="1124"/>
                    <a:pt x="1631" y="1103"/>
                    <a:pt x="1665" y="1082"/>
                  </a:cubicBezTo>
                  <a:cubicBezTo>
                    <a:pt x="1693" y="1064"/>
                    <a:pt x="1738" y="1068"/>
                    <a:pt x="1766" y="1050"/>
                  </a:cubicBezTo>
                  <a:cubicBezTo>
                    <a:pt x="1811" y="1022"/>
                    <a:pt x="1857" y="996"/>
                    <a:pt x="1908" y="981"/>
                  </a:cubicBezTo>
                  <a:cubicBezTo>
                    <a:pt x="1912" y="974"/>
                    <a:pt x="1927" y="968"/>
                    <a:pt x="1921" y="962"/>
                  </a:cubicBezTo>
                  <a:cubicBezTo>
                    <a:pt x="1912" y="951"/>
                    <a:pt x="1849" y="942"/>
                    <a:pt x="1834" y="936"/>
                  </a:cubicBezTo>
                  <a:cubicBezTo>
                    <a:pt x="1813" y="917"/>
                    <a:pt x="1812" y="897"/>
                    <a:pt x="1793" y="879"/>
                  </a:cubicBezTo>
                  <a:cubicBezTo>
                    <a:pt x="1776" y="864"/>
                    <a:pt x="1752" y="848"/>
                    <a:pt x="1732" y="835"/>
                  </a:cubicBezTo>
                  <a:cubicBezTo>
                    <a:pt x="1689" y="775"/>
                    <a:pt x="1650" y="801"/>
                    <a:pt x="1556" y="797"/>
                  </a:cubicBezTo>
                  <a:cubicBezTo>
                    <a:pt x="1511" y="783"/>
                    <a:pt x="1519" y="769"/>
                    <a:pt x="1489" y="740"/>
                  </a:cubicBezTo>
                  <a:cubicBezTo>
                    <a:pt x="1469" y="682"/>
                    <a:pt x="1415" y="681"/>
                    <a:pt x="1361" y="664"/>
                  </a:cubicBezTo>
                  <a:cubicBezTo>
                    <a:pt x="1336" y="630"/>
                    <a:pt x="1333" y="620"/>
                    <a:pt x="1293" y="607"/>
                  </a:cubicBezTo>
                  <a:cubicBezTo>
                    <a:pt x="1212" y="616"/>
                    <a:pt x="1156" y="618"/>
                    <a:pt x="1070" y="614"/>
                  </a:cubicBezTo>
                  <a:cubicBezTo>
                    <a:pt x="1026" y="603"/>
                    <a:pt x="999" y="567"/>
                    <a:pt x="962" y="544"/>
                  </a:cubicBezTo>
                  <a:cubicBezTo>
                    <a:pt x="943" y="518"/>
                    <a:pt x="917" y="515"/>
                    <a:pt x="887" y="500"/>
                  </a:cubicBezTo>
                  <a:cubicBezTo>
                    <a:pt x="873" y="492"/>
                    <a:pt x="860" y="483"/>
                    <a:pt x="847" y="475"/>
                  </a:cubicBezTo>
                  <a:cubicBezTo>
                    <a:pt x="840" y="470"/>
                    <a:pt x="827" y="462"/>
                    <a:pt x="827" y="462"/>
                  </a:cubicBezTo>
                  <a:cubicBezTo>
                    <a:pt x="818" y="437"/>
                    <a:pt x="810" y="426"/>
                    <a:pt x="786" y="411"/>
                  </a:cubicBezTo>
                  <a:cubicBezTo>
                    <a:pt x="757" y="370"/>
                    <a:pt x="749" y="318"/>
                    <a:pt x="732" y="272"/>
                  </a:cubicBezTo>
                  <a:cubicBezTo>
                    <a:pt x="741" y="214"/>
                    <a:pt x="734" y="241"/>
                    <a:pt x="752" y="190"/>
                  </a:cubicBezTo>
                  <a:cubicBezTo>
                    <a:pt x="755" y="183"/>
                    <a:pt x="759" y="171"/>
                    <a:pt x="759" y="171"/>
                  </a:cubicBezTo>
                  <a:cubicBezTo>
                    <a:pt x="755" y="132"/>
                    <a:pt x="755" y="41"/>
                    <a:pt x="705" y="25"/>
                  </a:cubicBezTo>
                  <a:cubicBezTo>
                    <a:pt x="683" y="27"/>
                    <a:pt x="659" y="24"/>
                    <a:pt x="637" y="32"/>
                  </a:cubicBezTo>
                  <a:cubicBezTo>
                    <a:pt x="631" y="34"/>
                    <a:pt x="635" y="46"/>
                    <a:pt x="631" y="51"/>
                  </a:cubicBezTo>
                  <a:cubicBezTo>
                    <a:pt x="626" y="55"/>
                    <a:pt x="617" y="55"/>
                    <a:pt x="610" y="57"/>
                  </a:cubicBezTo>
                  <a:cubicBezTo>
                    <a:pt x="587" y="91"/>
                    <a:pt x="546" y="117"/>
                    <a:pt x="516" y="146"/>
                  </a:cubicBezTo>
                </a:path>
              </a:pathLst>
            </a:custGeom>
            <a:solidFill>
              <a:schemeClr val="bg1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reeform 1028"/>
            <p:cNvSpPr>
              <a:spLocks/>
            </p:cNvSpPr>
            <p:nvPr/>
          </p:nvSpPr>
          <p:spPr bwMode="auto">
            <a:xfrm>
              <a:off x="135" y="281"/>
              <a:ext cx="1681" cy="1073"/>
            </a:xfrm>
            <a:custGeom>
              <a:avLst/>
              <a:gdLst/>
              <a:ahLst/>
              <a:cxnLst>
                <a:cxn ang="0">
                  <a:pos x="1273" y="43"/>
                </a:cxn>
                <a:cxn ang="0">
                  <a:pos x="1199" y="62"/>
                </a:cxn>
                <a:cxn ang="0">
                  <a:pos x="1138" y="43"/>
                </a:cxn>
                <a:cxn ang="0">
                  <a:pos x="1117" y="37"/>
                </a:cxn>
                <a:cxn ang="0">
                  <a:pos x="982" y="94"/>
                </a:cxn>
                <a:cxn ang="0">
                  <a:pos x="881" y="132"/>
                </a:cxn>
                <a:cxn ang="0">
                  <a:pos x="827" y="170"/>
                </a:cxn>
                <a:cxn ang="0">
                  <a:pos x="786" y="183"/>
                </a:cxn>
                <a:cxn ang="0">
                  <a:pos x="752" y="208"/>
                </a:cxn>
                <a:cxn ang="0">
                  <a:pos x="692" y="246"/>
                </a:cxn>
                <a:cxn ang="0">
                  <a:pos x="631" y="271"/>
                </a:cxn>
                <a:cxn ang="0">
                  <a:pos x="475" y="335"/>
                </a:cxn>
                <a:cxn ang="0">
                  <a:pos x="401" y="398"/>
                </a:cxn>
                <a:cxn ang="0">
                  <a:pos x="381" y="411"/>
                </a:cxn>
                <a:cxn ang="0">
                  <a:pos x="313" y="468"/>
                </a:cxn>
                <a:cxn ang="0">
                  <a:pos x="279" y="442"/>
                </a:cxn>
                <a:cxn ang="0">
                  <a:pos x="131" y="430"/>
                </a:cxn>
                <a:cxn ang="0">
                  <a:pos x="36" y="411"/>
                </a:cxn>
                <a:cxn ang="0">
                  <a:pos x="43" y="461"/>
                </a:cxn>
                <a:cxn ang="0">
                  <a:pos x="110" y="569"/>
                </a:cxn>
                <a:cxn ang="0">
                  <a:pos x="164" y="645"/>
                </a:cxn>
                <a:cxn ang="0">
                  <a:pos x="212" y="702"/>
                </a:cxn>
                <a:cxn ang="0">
                  <a:pos x="246" y="759"/>
                </a:cxn>
                <a:cxn ang="0">
                  <a:pos x="252" y="778"/>
                </a:cxn>
                <a:cxn ang="0">
                  <a:pos x="273" y="791"/>
                </a:cxn>
                <a:cxn ang="0">
                  <a:pos x="306" y="841"/>
                </a:cxn>
                <a:cxn ang="0">
                  <a:pos x="401" y="765"/>
                </a:cxn>
                <a:cxn ang="0">
                  <a:pos x="415" y="746"/>
                </a:cxn>
                <a:cxn ang="0">
                  <a:pos x="421" y="727"/>
                </a:cxn>
                <a:cxn ang="0">
                  <a:pos x="475" y="715"/>
                </a:cxn>
                <a:cxn ang="0">
                  <a:pos x="502" y="677"/>
                </a:cxn>
                <a:cxn ang="0">
                  <a:pos x="503" y="678"/>
                </a:cxn>
                <a:cxn ang="0">
                  <a:pos x="556" y="702"/>
                </a:cxn>
                <a:cxn ang="0">
                  <a:pos x="617" y="734"/>
                </a:cxn>
                <a:cxn ang="0">
                  <a:pos x="698" y="765"/>
                </a:cxn>
                <a:cxn ang="0">
                  <a:pos x="719" y="778"/>
                </a:cxn>
                <a:cxn ang="0">
                  <a:pos x="807" y="803"/>
                </a:cxn>
                <a:cxn ang="0">
                  <a:pos x="847" y="721"/>
                </a:cxn>
                <a:cxn ang="0">
                  <a:pos x="874" y="626"/>
                </a:cxn>
                <a:cxn ang="0">
                  <a:pos x="935" y="537"/>
                </a:cxn>
                <a:cxn ang="0">
                  <a:pos x="1030" y="506"/>
                </a:cxn>
                <a:cxn ang="0">
                  <a:pos x="1097" y="436"/>
                </a:cxn>
                <a:cxn ang="0">
                  <a:pos x="1144" y="366"/>
                </a:cxn>
                <a:cxn ang="0">
                  <a:pos x="1171" y="341"/>
                </a:cxn>
                <a:cxn ang="0">
                  <a:pos x="1185" y="322"/>
                </a:cxn>
                <a:cxn ang="0">
                  <a:pos x="1205" y="309"/>
                </a:cxn>
                <a:cxn ang="0">
                  <a:pos x="1273" y="240"/>
                </a:cxn>
                <a:cxn ang="0">
                  <a:pos x="1327" y="227"/>
                </a:cxn>
                <a:cxn ang="0">
                  <a:pos x="1347" y="157"/>
                </a:cxn>
                <a:cxn ang="0">
                  <a:pos x="1300" y="18"/>
                </a:cxn>
                <a:cxn ang="0">
                  <a:pos x="1259" y="50"/>
                </a:cxn>
              </a:cxnLst>
              <a:rect l="0" t="0" r="r" b="b"/>
              <a:pathLst>
                <a:path w="1372" h="874">
                  <a:moveTo>
                    <a:pt x="1273" y="43"/>
                  </a:moveTo>
                  <a:cubicBezTo>
                    <a:pt x="1259" y="80"/>
                    <a:pt x="1238" y="68"/>
                    <a:pt x="1199" y="62"/>
                  </a:cubicBezTo>
                  <a:cubicBezTo>
                    <a:pt x="1178" y="56"/>
                    <a:pt x="1158" y="50"/>
                    <a:pt x="1138" y="43"/>
                  </a:cubicBezTo>
                  <a:cubicBezTo>
                    <a:pt x="1131" y="41"/>
                    <a:pt x="1117" y="37"/>
                    <a:pt x="1117" y="37"/>
                  </a:cubicBezTo>
                  <a:cubicBezTo>
                    <a:pt x="1017" y="48"/>
                    <a:pt x="1058" y="46"/>
                    <a:pt x="982" y="94"/>
                  </a:cubicBezTo>
                  <a:cubicBezTo>
                    <a:pt x="952" y="113"/>
                    <a:pt x="912" y="113"/>
                    <a:pt x="881" y="132"/>
                  </a:cubicBezTo>
                  <a:cubicBezTo>
                    <a:pt x="867" y="151"/>
                    <a:pt x="850" y="160"/>
                    <a:pt x="827" y="170"/>
                  </a:cubicBezTo>
                  <a:cubicBezTo>
                    <a:pt x="813" y="175"/>
                    <a:pt x="786" y="183"/>
                    <a:pt x="786" y="183"/>
                  </a:cubicBezTo>
                  <a:cubicBezTo>
                    <a:pt x="761" y="217"/>
                    <a:pt x="787" y="190"/>
                    <a:pt x="752" y="208"/>
                  </a:cubicBezTo>
                  <a:cubicBezTo>
                    <a:pt x="731" y="220"/>
                    <a:pt x="715" y="239"/>
                    <a:pt x="692" y="246"/>
                  </a:cubicBezTo>
                  <a:cubicBezTo>
                    <a:pt x="643" y="261"/>
                    <a:pt x="663" y="251"/>
                    <a:pt x="631" y="271"/>
                  </a:cubicBezTo>
                  <a:cubicBezTo>
                    <a:pt x="600" y="314"/>
                    <a:pt x="524" y="320"/>
                    <a:pt x="475" y="335"/>
                  </a:cubicBezTo>
                  <a:cubicBezTo>
                    <a:pt x="447" y="361"/>
                    <a:pt x="436" y="376"/>
                    <a:pt x="401" y="398"/>
                  </a:cubicBezTo>
                  <a:cubicBezTo>
                    <a:pt x="394" y="402"/>
                    <a:pt x="381" y="411"/>
                    <a:pt x="381" y="411"/>
                  </a:cubicBezTo>
                  <a:cubicBezTo>
                    <a:pt x="348" y="457"/>
                    <a:pt x="356" y="441"/>
                    <a:pt x="313" y="468"/>
                  </a:cubicBezTo>
                  <a:cubicBezTo>
                    <a:pt x="262" y="452"/>
                    <a:pt x="323" y="475"/>
                    <a:pt x="279" y="442"/>
                  </a:cubicBezTo>
                  <a:cubicBezTo>
                    <a:pt x="241" y="413"/>
                    <a:pt x="180" y="432"/>
                    <a:pt x="131" y="430"/>
                  </a:cubicBezTo>
                  <a:cubicBezTo>
                    <a:pt x="98" y="399"/>
                    <a:pt x="83" y="404"/>
                    <a:pt x="36" y="411"/>
                  </a:cubicBezTo>
                  <a:cubicBezTo>
                    <a:pt x="0" y="433"/>
                    <a:pt x="12" y="442"/>
                    <a:pt x="43" y="461"/>
                  </a:cubicBezTo>
                  <a:cubicBezTo>
                    <a:pt x="55" y="496"/>
                    <a:pt x="78" y="549"/>
                    <a:pt x="110" y="569"/>
                  </a:cubicBezTo>
                  <a:cubicBezTo>
                    <a:pt x="128" y="594"/>
                    <a:pt x="146" y="620"/>
                    <a:pt x="164" y="645"/>
                  </a:cubicBezTo>
                  <a:cubicBezTo>
                    <a:pt x="188" y="678"/>
                    <a:pt x="194" y="651"/>
                    <a:pt x="212" y="702"/>
                  </a:cubicBezTo>
                  <a:cubicBezTo>
                    <a:pt x="229" y="748"/>
                    <a:pt x="215" y="730"/>
                    <a:pt x="246" y="759"/>
                  </a:cubicBezTo>
                  <a:cubicBezTo>
                    <a:pt x="248" y="765"/>
                    <a:pt x="248" y="773"/>
                    <a:pt x="252" y="778"/>
                  </a:cubicBezTo>
                  <a:cubicBezTo>
                    <a:pt x="258" y="784"/>
                    <a:pt x="268" y="784"/>
                    <a:pt x="273" y="791"/>
                  </a:cubicBezTo>
                  <a:cubicBezTo>
                    <a:pt x="313" y="851"/>
                    <a:pt x="260" y="813"/>
                    <a:pt x="306" y="841"/>
                  </a:cubicBezTo>
                  <a:cubicBezTo>
                    <a:pt x="360" y="831"/>
                    <a:pt x="371" y="808"/>
                    <a:pt x="401" y="765"/>
                  </a:cubicBezTo>
                  <a:cubicBezTo>
                    <a:pt x="406" y="759"/>
                    <a:pt x="412" y="754"/>
                    <a:pt x="415" y="746"/>
                  </a:cubicBezTo>
                  <a:cubicBezTo>
                    <a:pt x="417" y="740"/>
                    <a:pt x="416" y="732"/>
                    <a:pt x="421" y="727"/>
                  </a:cubicBezTo>
                  <a:cubicBezTo>
                    <a:pt x="437" y="718"/>
                    <a:pt x="457" y="720"/>
                    <a:pt x="475" y="715"/>
                  </a:cubicBezTo>
                  <a:cubicBezTo>
                    <a:pt x="484" y="702"/>
                    <a:pt x="493" y="689"/>
                    <a:pt x="502" y="677"/>
                  </a:cubicBezTo>
                  <a:cubicBezTo>
                    <a:pt x="507" y="670"/>
                    <a:pt x="486" y="690"/>
                    <a:pt x="503" y="678"/>
                  </a:cubicBezTo>
                  <a:cubicBezTo>
                    <a:pt x="519" y="700"/>
                    <a:pt x="528" y="694"/>
                    <a:pt x="556" y="702"/>
                  </a:cubicBezTo>
                  <a:cubicBezTo>
                    <a:pt x="620" y="761"/>
                    <a:pt x="518" y="671"/>
                    <a:pt x="617" y="734"/>
                  </a:cubicBezTo>
                  <a:cubicBezTo>
                    <a:pt x="643" y="749"/>
                    <a:pt x="670" y="757"/>
                    <a:pt x="698" y="765"/>
                  </a:cubicBezTo>
                  <a:cubicBezTo>
                    <a:pt x="706" y="767"/>
                    <a:pt x="711" y="775"/>
                    <a:pt x="719" y="778"/>
                  </a:cubicBezTo>
                  <a:cubicBezTo>
                    <a:pt x="746" y="790"/>
                    <a:pt x="777" y="797"/>
                    <a:pt x="807" y="803"/>
                  </a:cubicBezTo>
                  <a:cubicBezTo>
                    <a:pt x="857" y="874"/>
                    <a:pt x="841" y="777"/>
                    <a:pt x="847" y="721"/>
                  </a:cubicBezTo>
                  <a:cubicBezTo>
                    <a:pt x="850" y="689"/>
                    <a:pt x="865" y="657"/>
                    <a:pt x="874" y="626"/>
                  </a:cubicBezTo>
                  <a:cubicBezTo>
                    <a:pt x="882" y="599"/>
                    <a:pt x="903" y="548"/>
                    <a:pt x="935" y="537"/>
                  </a:cubicBezTo>
                  <a:cubicBezTo>
                    <a:pt x="975" y="524"/>
                    <a:pt x="996" y="527"/>
                    <a:pt x="1030" y="506"/>
                  </a:cubicBezTo>
                  <a:cubicBezTo>
                    <a:pt x="1052" y="474"/>
                    <a:pt x="1063" y="457"/>
                    <a:pt x="1097" y="436"/>
                  </a:cubicBezTo>
                  <a:cubicBezTo>
                    <a:pt x="1110" y="401"/>
                    <a:pt x="1112" y="386"/>
                    <a:pt x="1144" y="366"/>
                  </a:cubicBezTo>
                  <a:cubicBezTo>
                    <a:pt x="1159" y="325"/>
                    <a:pt x="1139" y="365"/>
                    <a:pt x="1171" y="341"/>
                  </a:cubicBezTo>
                  <a:cubicBezTo>
                    <a:pt x="1178" y="336"/>
                    <a:pt x="1179" y="327"/>
                    <a:pt x="1185" y="322"/>
                  </a:cubicBezTo>
                  <a:cubicBezTo>
                    <a:pt x="1191" y="317"/>
                    <a:pt x="1199" y="314"/>
                    <a:pt x="1205" y="309"/>
                  </a:cubicBezTo>
                  <a:cubicBezTo>
                    <a:pt x="1222" y="286"/>
                    <a:pt x="1241" y="250"/>
                    <a:pt x="1273" y="240"/>
                  </a:cubicBezTo>
                  <a:cubicBezTo>
                    <a:pt x="1290" y="233"/>
                    <a:pt x="1309" y="232"/>
                    <a:pt x="1327" y="227"/>
                  </a:cubicBezTo>
                  <a:cubicBezTo>
                    <a:pt x="1335" y="204"/>
                    <a:pt x="1347" y="157"/>
                    <a:pt x="1347" y="157"/>
                  </a:cubicBezTo>
                  <a:cubicBezTo>
                    <a:pt x="1338" y="0"/>
                    <a:pt x="1372" y="62"/>
                    <a:pt x="1300" y="18"/>
                  </a:cubicBezTo>
                  <a:cubicBezTo>
                    <a:pt x="1265" y="29"/>
                    <a:pt x="1288" y="37"/>
                    <a:pt x="1259" y="50"/>
                  </a:cubicBezTo>
                </a:path>
              </a:pathLst>
            </a:custGeom>
            <a:solidFill>
              <a:schemeClr val="bg1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1029"/>
            <p:cNvSpPr>
              <a:spLocks/>
            </p:cNvSpPr>
            <p:nvPr/>
          </p:nvSpPr>
          <p:spPr bwMode="auto">
            <a:xfrm>
              <a:off x="3216" y="3120"/>
              <a:ext cx="568" cy="489"/>
            </a:xfrm>
            <a:custGeom>
              <a:avLst/>
              <a:gdLst/>
              <a:ahLst/>
              <a:cxnLst>
                <a:cxn ang="0">
                  <a:pos x="42" y="31"/>
                </a:cxn>
                <a:cxn ang="0">
                  <a:pos x="10" y="51"/>
                </a:cxn>
                <a:cxn ang="0">
                  <a:pos x="32" y="73"/>
                </a:cxn>
                <a:cxn ang="0">
                  <a:pos x="50" y="79"/>
                </a:cxn>
                <a:cxn ang="0">
                  <a:pos x="68" y="123"/>
                </a:cxn>
                <a:cxn ang="0">
                  <a:pos x="62" y="127"/>
                </a:cxn>
                <a:cxn ang="0">
                  <a:pos x="52" y="117"/>
                </a:cxn>
                <a:cxn ang="0">
                  <a:pos x="36" y="115"/>
                </a:cxn>
                <a:cxn ang="0">
                  <a:pos x="18" y="109"/>
                </a:cxn>
                <a:cxn ang="0">
                  <a:pos x="4" y="139"/>
                </a:cxn>
                <a:cxn ang="0">
                  <a:pos x="0" y="151"/>
                </a:cxn>
                <a:cxn ang="0">
                  <a:pos x="42" y="177"/>
                </a:cxn>
                <a:cxn ang="0">
                  <a:pos x="62" y="185"/>
                </a:cxn>
                <a:cxn ang="0">
                  <a:pos x="74" y="189"/>
                </a:cxn>
                <a:cxn ang="0">
                  <a:pos x="92" y="197"/>
                </a:cxn>
                <a:cxn ang="0">
                  <a:pos x="98" y="209"/>
                </a:cxn>
                <a:cxn ang="0">
                  <a:pos x="152" y="229"/>
                </a:cxn>
                <a:cxn ang="0">
                  <a:pos x="174" y="277"/>
                </a:cxn>
                <a:cxn ang="0">
                  <a:pos x="200" y="273"/>
                </a:cxn>
                <a:cxn ang="0">
                  <a:pos x="232" y="271"/>
                </a:cxn>
                <a:cxn ang="0">
                  <a:pos x="244" y="255"/>
                </a:cxn>
                <a:cxn ang="0">
                  <a:pos x="254" y="257"/>
                </a:cxn>
                <a:cxn ang="0">
                  <a:pos x="258" y="269"/>
                </a:cxn>
                <a:cxn ang="0">
                  <a:pos x="250" y="317"/>
                </a:cxn>
                <a:cxn ang="0">
                  <a:pos x="276" y="377"/>
                </a:cxn>
                <a:cxn ang="0">
                  <a:pos x="304" y="363"/>
                </a:cxn>
                <a:cxn ang="0">
                  <a:pos x="320" y="329"/>
                </a:cxn>
                <a:cxn ang="0">
                  <a:pos x="322" y="317"/>
                </a:cxn>
                <a:cxn ang="0">
                  <a:pos x="346" y="315"/>
                </a:cxn>
                <a:cxn ang="0">
                  <a:pos x="366" y="305"/>
                </a:cxn>
                <a:cxn ang="0">
                  <a:pos x="384" y="283"/>
                </a:cxn>
                <a:cxn ang="0">
                  <a:pos x="300" y="261"/>
                </a:cxn>
                <a:cxn ang="0">
                  <a:pos x="298" y="251"/>
                </a:cxn>
                <a:cxn ang="0">
                  <a:pos x="304" y="247"/>
                </a:cxn>
                <a:cxn ang="0">
                  <a:pos x="324" y="221"/>
                </a:cxn>
                <a:cxn ang="0">
                  <a:pos x="318" y="195"/>
                </a:cxn>
                <a:cxn ang="0">
                  <a:pos x="302" y="181"/>
                </a:cxn>
                <a:cxn ang="0">
                  <a:pos x="272" y="155"/>
                </a:cxn>
                <a:cxn ang="0">
                  <a:pos x="254" y="145"/>
                </a:cxn>
                <a:cxn ang="0">
                  <a:pos x="216" y="107"/>
                </a:cxn>
                <a:cxn ang="0">
                  <a:pos x="186" y="87"/>
                </a:cxn>
                <a:cxn ang="0">
                  <a:pos x="174" y="79"/>
                </a:cxn>
                <a:cxn ang="0">
                  <a:pos x="130" y="45"/>
                </a:cxn>
                <a:cxn ang="0">
                  <a:pos x="92" y="9"/>
                </a:cxn>
                <a:cxn ang="0">
                  <a:pos x="74" y="1"/>
                </a:cxn>
                <a:cxn ang="0">
                  <a:pos x="56" y="5"/>
                </a:cxn>
                <a:cxn ang="0">
                  <a:pos x="48" y="21"/>
                </a:cxn>
                <a:cxn ang="0">
                  <a:pos x="18" y="33"/>
                </a:cxn>
              </a:cxnLst>
              <a:rect l="0" t="0" r="r" b="b"/>
              <a:pathLst>
                <a:path w="412" h="377">
                  <a:moveTo>
                    <a:pt x="42" y="31"/>
                  </a:moveTo>
                  <a:cubicBezTo>
                    <a:pt x="23" y="33"/>
                    <a:pt x="16" y="33"/>
                    <a:pt x="10" y="51"/>
                  </a:cubicBezTo>
                  <a:cubicBezTo>
                    <a:pt x="16" y="68"/>
                    <a:pt x="16" y="63"/>
                    <a:pt x="32" y="73"/>
                  </a:cubicBezTo>
                  <a:cubicBezTo>
                    <a:pt x="37" y="77"/>
                    <a:pt x="50" y="79"/>
                    <a:pt x="50" y="79"/>
                  </a:cubicBezTo>
                  <a:cubicBezTo>
                    <a:pt x="55" y="95"/>
                    <a:pt x="64" y="107"/>
                    <a:pt x="68" y="123"/>
                  </a:cubicBezTo>
                  <a:cubicBezTo>
                    <a:pt x="66" y="124"/>
                    <a:pt x="64" y="127"/>
                    <a:pt x="62" y="127"/>
                  </a:cubicBezTo>
                  <a:cubicBezTo>
                    <a:pt x="57" y="126"/>
                    <a:pt x="57" y="118"/>
                    <a:pt x="52" y="117"/>
                  </a:cubicBezTo>
                  <a:cubicBezTo>
                    <a:pt x="47" y="116"/>
                    <a:pt x="41" y="116"/>
                    <a:pt x="36" y="115"/>
                  </a:cubicBezTo>
                  <a:cubicBezTo>
                    <a:pt x="30" y="113"/>
                    <a:pt x="18" y="109"/>
                    <a:pt x="18" y="109"/>
                  </a:cubicBezTo>
                  <a:cubicBezTo>
                    <a:pt x="8" y="112"/>
                    <a:pt x="7" y="129"/>
                    <a:pt x="4" y="139"/>
                  </a:cubicBezTo>
                  <a:cubicBezTo>
                    <a:pt x="3" y="143"/>
                    <a:pt x="0" y="151"/>
                    <a:pt x="0" y="151"/>
                  </a:cubicBezTo>
                  <a:cubicBezTo>
                    <a:pt x="3" y="191"/>
                    <a:pt x="6" y="181"/>
                    <a:pt x="42" y="177"/>
                  </a:cubicBezTo>
                  <a:cubicBezTo>
                    <a:pt x="55" y="168"/>
                    <a:pt x="51" y="180"/>
                    <a:pt x="62" y="185"/>
                  </a:cubicBezTo>
                  <a:cubicBezTo>
                    <a:pt x="66" y="187"/>
                    <a:pt x="70" y="187"/>
                    <a:pt x="74" y="189"/>
                  </a:cubicBezTo>
                  <a:cubicBezTo>
                    <a:pt x="79" y="193"/>
                    <a:pt x="92" y="197"/>
                    <a:pt x="92" y="197"/>
                  </a:cubicBezTo>
                  <a:cubicBezTo>
                    <a:pt x="93" y="200"/>
                    <a:pt x="95" y="207"/>
                    <a:pt x="98" y="209"/>
                  </a:cubicBezTo>
                  <a:cubicBezTo>
                    <a:pt x="105" y="214"/>
                    <a:pt x="142" y="226"/>
                    <a:pt x="152" y="229"/>
                  </a:cubicBezTo>
                  <a:cubicBezTo>
                    <a:pt x="156" y="258"/>
                    <a:pt x="142" y="272"/>
                    <a:pt x="174" y="277"/>
                  </a:cubicBezTo>
                  <a:cubicBezTo>
                    <a:pt x="190" y="288"/>
                    <a:pt x="193" y="275"/>
                    <a:pt x="200" y="273"/>
                  </a:cubicBezTo>
                  <a:cubicBezTo>
                    <a:pt x="210" y="271"/>
                    <a:pt x="221" y="272"/>
                    <a:pt x="232" y="271"/>
                  </a:cubicBezTo>
                  <a:cubicBezTo>
                    <a:pt x="239" y="266"/>
                    <a:pt x="239" y="262"/>
                    <a:pt x="244" y="255"/>
                  </a:cubicBezTo>
                  <a:cubicBezTo>
                    <a:pt x="247" y="256"/>
                    <a:pt x="252" y="255"/>
                    <a:pt x="254" y="257"/>
                  </a:cubicBezTo>
                  <a:cubicBezTo>
                    <a:pt x="257" y="260"/>
                    <a:pt x="258" y="269"/>
                    <a:pt x="258" y="269"/>
                  </a:cubicBezTo>
                  <a:cubicBezTo>
                    <a:pt x="256" y="310"/>
                    <a:pt x="257" y="295"/>
                    <a:pt x="250" y="317"/>
                  </a:cubicBezTo>
                  <a:cubicBezTo>
                    <a:pt x="247" y="359"/>
                    <a:pt x="240" y="365"/>
                    <a:pt x="276" y="377"/>
                  </a:cubicBezTo>
                  <a:cubicBezTo>
                    <a:pt x="291" y="367"/>
                    <a:pt x="280" y="366"/>
                    <a:pt x="304" y="363"/>
                  </a:cubicBezTo>
                  <a:cubicBezTo>
                    <a:pt x="308" y="352"/>
                    <a:pt x="318" y="343"/>
                    <a:pt x="320" y="329"/>
                  </a:cubicBezTo>
                  <a:cubicBezTo>
                    <a:pt x="321" y="325"/>
                    <a:pt x="318" y="319"/>
                    <a:pt x="322" y="317"/>
                  </a:cubicBezTo>
                  <a:cubicBezTo>
                    <a:pt x="329" y="313"/>
                    <a:pt x="338" y="316"/>
                    <a:pt x="346" y="315"/>
                  </a:cubicBezTo>
                  <a:cubicBezTo>
                    <a:pt x="349" y="305"/>
                    <a:pt x="356" y="307"/>
                    <a:pt x="366" y="305"/>
                  </a:cubicBezTo>
                  <a:cubicBezTo>
                    <a:pt x="369" y="289"/>
                    <a:pt x="368" y="287"/>
                    <a:pt x="384" y="283"/>
                  </a:cubicBezTo>
                  <a:cubicBezTo>
                    <a:pt x="412" y="241"/>
                    <a:pt x="352" y="262"/>
                    <a:pt x="300" y="261"/>
                  </a:cubicBezTo>
                  <a:cubicBezTo>
                    <a:pt x="297" y="251"/>
                    <a:pt x="288" y="256"/>
                    <a:pt x="298" y="251"/>
                  </a:cubicBezTo>
                  <a:cubicBezTo>
                    <a:pt x="300" y="250"/>
                    <a:pt x="302" y="248"/>
                    <a:pt x="304" y="247"/>
                  </a:cubicBezTo>
                  <a:cubicBezTo>
                    <a:pt x="307" y="219"/>
                    <a:pt x="307" y="232"/>
                    <a:pt x="324" y="221"/>
                  </a:cubicBezTo>
                  <a:cubicBezTo>
                    <a:pt x="327" y="211"/>
                    <a:pt x="330" y="199"/>
                    <a:pt x="318" y="195"/>
                  </a:cubicBezTo>
                  <a:cubicBezTo>
                    <a:pt x="311" y="185"/>
                    <a:pt x="315" y="184"/>
                    <a:pt x="302" y="181"/>
                  </a:cubicBezTo>
                  <a:cubicBezTo>
                    <a:pt x="293" y="172"/>
                    <a:pt x="282" y="163"/>
                    <a:pt x="272" y="155"/>
                  </a:cubicBezTo>
                  <a:cubicBezTo>
                    <a:pt x="266" y="150"/>
                    <a:pt x="260" y="150"/>
                    <a:pt x="254" y="145"/>
                  </a:cubicBezTo>
                  <a:cubicBezTo>
                    <a:pt x="243" y="136"/>
                    <a:pt x="229" y="111"/>
                    <a:pt x="216" y="107"/>
                  </a:cubicBezTo>
                  <a:cubicBezTo>
                    <a:pt x="208" y="99"/>
                    <a:pt x="196" y="94"/>
                    <a:pt x="186" y="87"/>
                  </a:cubicBezTo>
                  <a:cubicBezTo>
                    <a:pt x="182" y="84"/>
                    <a:pt x="174" y="79"/>
                    <a:pt x="174" y="79"/>
                  </a:cubicBezTo>
                  <a:cubicBezTo>
                    <a:pt x="163" y="62"/>
                    <a:pt x="149" y="51"/>
                    <a:pt x="130" y="45"/>
                  </a:cubicBezTo>
                  <a:cubicBezTo>
                    <a:pt x="120" y="29"/>
                    <a:pt x="106" y="21"/>
                    <a:pt x="92" y="9"/>
                  </a:cubicBezTo>
                  <a:cubicBezTo>
                    <a:pt x="87" y="5"/>
                    <a:pt x="74" y="1"/>
                    <a:pt x="74" y="1"/>
                  </a:cubicBezTo>
                  <a:cubicBezTo>
                    <a:pt x="68" y="2"/>
                    <a:pt x="59" y="0"/>
                    <a:pt x="56" y="5"/>
                  </a:cubicBezTo>
                  <a:cubicBezTo>
                    <a:pt x="47" y="23"/>
                    <a:pt x="62" y="16"/>
                    <a:pt x="48" y="21"/>
                  </a:cubicBezTo>
                  <a:cubicBezTo>
                    <a:pt x="43" y="28"/>
                    <a:pt x="26" y="33"/>
                    <a:pt x="18" y="33"/>
                  </a:cubicBezTo>
                </a:path>
              </a:pathLst>
            </a:custGeom>
            <a:solidFill>
              <a:schemeClr val="bg1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grpSp>
          <p:nvGrpSpPr>
            <p:cNvPr id="9" name="Group 1045"/>
            <p:cNvGrpSpPr>
              <a:grpSpLocks/>
            </p:cNvGrpSpPr>
            <p:nvPr/>
          </p:nvGrpSpPr>
          <p:grpSpPr bwMode="auto">
            <a:xfrm>
              <a:off x="154" y="1090"/>
              <a:ext cx="1080" cy="2278"/>
              <a:chOff x="154" y="1090"/>
              <a:chExt cx="1080" cy="2278"/>
            </a:xfrm>
          </p:grpSpPr>
          <p:sp>
            <p:nvSpPr>
              <p:cNvPr id="16" name="Freeform 1031"/>
              <p:cNvSpPr>
                <a:spLocks/>
              </p:cNvSpPr>
              <p:nvPr/>
            </p:nvSpPr>
            <p:spPr bwMode="auto">
              <a:xfrm>
                <a:off x="154" y="1922"/>
                <a:ext cx="1080" cy="1446"/>
              </a:xfrm>
              <a:custGeom>
                <a:avLst/>
                <a:gdLst/>
                <a:ahLst/>
                <a:cxnLst>
                  <a:cxn ang="0">
                    <a:pos x="194" y="59"/>
                  </a:cxn>
                  <a:cxn ang="0">
                    <a:pos x="136" y="207"/>
                  </a:cxn>
                  <a:cxn ang="0">
                    <a:pos x="111" y="242"/>
                  </a:cxn>
                  <a:cxn ang="0">
                    <a:pos x="50" y="315"/>
                  </a:cxn>
                  <a:cxn ang="0">
                    <a:pos x="87" y="389"/>
                  </a:cxn>
                  <a:cxn ang="0">
                    <a:pos x="136" y="436"/>
                  </a:cxn>
                  <a:cxn ang="0">
                    <a:pos x="149" y="599"/>
                  </a:cxn>
                  <a:cxn ang="0">
                    <a:pos x="186" y="622"/>
                  </a:cxn>
                  <a:cxn ang="0">
                    <a:pos x="289" y="696"/>
                  </a:cxn>
                  <a:cxn ang="0">
                    <a:pos x="268" y="781"/>
                  </a:cxn>
                  <a:cxn ang="0">
                    <a:pos x="318" y="793"/>
                  </a:cxn>
                  <a:cxn ang="0">
                    <a:pos x="371" y="816"/>
                  </a:cxn>
                  <a:cxn ang="0">
                    <a:pos x="318" y="859"/>
                  </a:cxn>
                  <a:cxn ang="0">
                    <a:pos x="272" y="894"/>
                  </a:cxn>
                  <a:cxn ang="0">
                    <a:pos x="198" y="882"/>
                  </a:cxn>
                  <a:cxn ang="0">
                    <a:pos x="128" y="979"/>
                  </a:cxn>
                  <a:cxn ang="0">
                    <a:pos x="99" y="1010"/>
                  </a:cxn>
                  <a:cxn ang="0">
                    <a:pos x="29" y="1080"/>
                  </a:cxn>
                  <a:cxn ang="0">
                    <a:pos x="4" y="1138"/>
                  </a:cxn>
                  <a:cxn ang="0">
                    <a:pos x="29" y="1235"/>
                  </a:cxn>
                  <a:cxn ang="0">
                    <a:pos x="58" y="1328"/>
                  </a:cxn>
                  <a:cxn ang="0">
                    <a:pos x="107" y="1371"/>
                  </a:cxn>
                  <a:cxn ang="0">
                    <a:pos x="268" y="1414"/>
                  </a:cxn>
                  <a:cxn ang="0">
                    <a:pos x="318" y="1398"/>
                  </a:cxn>
                  <a:cxn ang="0">
                    <a:pos x="359" y="1371"/>
                  </a:cxn>
                  <a:cxn ang="0">
                    <a:pos x="421" y="1313"/>
                  </a:cxn>
                  <a:cxn ang="0">
                    <a:pos x="615" y="1313"/>
                  </a:cxn>
                  <a:cxn ang="0">
                    <a:pos x="722" y="1355"/>
                  </a:cxn>
                  <a:cxn ang="0">
                    <a:pos x="780" y="1289"/>
                  </a:cxn>
                  <a:cxn ang="0">
                    <a:pos x="875" y="1189"/>
                  </a:cxn>
                  <a:cxn ang="0">
                    <a:pos x="937" y="1255"/>
                  </a:cxn>
                  <a:cxn ang="0">
                    <a:pos x="995" y="1274"/>
                  </a:cxn>
                  <a:cxn ang="0">
                    <a:pos x="1015" y="1224"/>
                  </a:cxn>
                  <a:cxn ang="0">
                    <a:pos x="1028" y="1026"/>
                  </a:cxn>
                  <a:cxn ang="0">
                    <a:pos x="1040" y="801"/>
                  </a:cxn>
                  <a:cxn ang="0">
                    <a:pos x="1015" y="626"/>
                  </a:cxn>
                  <a:cxn ang="0">
                    <a:pos x="1007" y="564"/>
                  </a:cxn>
                  <a:cxn ang="0">
                    <a:pos x="949" y="517"/>
                  </a:cxn>
                  <a:cxn ang="0">
                    <a:pos x="801" y="238"/>
                  </a:cxn>
                  <a:cxn ang="0">
                    <a:pos x="747" y="145"/>
                  </a:cxn>
                  <a:cxn ang="0">
                    <a:pos x="757" y="0"/>
                  </a:cxn>
                </a:cxnLst>
                <a:rect l="0" t="0" r="r" b="b"/>
                <a:pathLst>
                  <a:path w="1080" h="1446">
                    <a:moveTo>
                      <a:pt x="223" y="24"/>
                    </a:moveTo>
                    <a:cubicBezTo>
                      <a:pt x="177" y="29"/>
                      <a:pt x="219" y="36"/>
                      <a:pt x="194" y="59"/>
                    </a:cubicBezTo>
                    <a:cubicBezTo>
                      <a:pt x="190" y="81"/>
                      <a:pt x="193" y="90"/>
                      <a:pt x="173" y="102"/>
                    </a:cubicBezTo>
                    <a:cubicBezTo>
                      <a:pt x="161" y="137"/>
                      <a:pt x="149" y="172"/>
                      <a:pt x="136" y="207"/>
                    </a:cubicBezTo>
                    <a:cubicBezTo>
                      <a:pt x="133" y="216"/>
                      <a:pt x="125" y="222"/>
                      <a:pt x="120" y="230"/>
                    </a:cubicBezTo>
                    <a:cubicBezTo>
                      <a:pt x="117" y="234"/>
                      <a:pt x="111" y="242"/>
                      <a:pt x="111" y="242"/>
                    </a:cubicBezTo>
                    <a:lnTo>
                      <a:pt x="62" y="280"/>
                    </a:lnTo>
                    <a:cubicBezTo>
                      <a:pt x="62" y="280"/>
                      <a:pt x="50" y="315"/>
                      <a:pt x="50" y="315"/>
                    </a:cubicBezTo>
                    <a:cubicBezTo>
                      <a:pt x="48" y="319"/>
                      <a:pt x="45" y="327"/>
                      <a:pt x="45" y="327"/>
                    </a:cubicBezTo>
                    <a:cubicBezTo>
                      <a:pt x="51" y="352"/>
                      <a:pt x="72" y="367"/>
                      <a:pt x="87" y="389"/>
                    </a:cubicBezTo>
                    <a:cubicBezTo>
                      <a:pt x="92" y="397"/>
                      <a:pt x="111" y="405"/>
                      <a:pt x="111" y="405"/>
                    </a:cubicBezTo>
                    <a:cubicBezTo>
                      <a:pt x="121" y="418"/>
                      <a:pt x="131" y="421"/>
                      <a:pt x="136" y="436"/>
                    </a:cubicBezTo>
                    <a:cubicBezTo>
                      <a:pt x="135" y="458"/>
                      <a:pt x="146" y="529"/>
                      <a:pt x="107" y="540"/>
                    </a:cubicBezTo>
                    <a:cubicBezTo>
                      <a:pt x="110" y="552"/>
                      <a:pt x="139" y="592"/>
                      <a:pt x="149" y="599"/>
                    </a:cubicBezTo>
                    <a:cubicBezTo>
                      <a:pt x="157" y="604"/>
                      <a:pt x="165" y="609"/>
                      <a:pt x="173" y="614"/>
                    </a:cubicBezTo>
                    <a:cubicBezTo>
                      <a:pt x="177" y="617"/>
                      <a:pt x="186" y="622"/>
                      <a:pt x="186" y="622"/>
                    </a:cubicBezTo>
                    <a:cubicBezTo>
                      <a:pt x="205" y="648"/>
                      <a:pt x="201" y="656"/>
                      <a:pt x="231" y="661"/>
                    </a:cubicBezTo>
                    <a:cubicBezTo>
                      <a:pt x="245" y="679"/>
                      <a:pt x="270" y="683"/>
                      <a:pt x="289" y="696"/>
                    </a:cubicBezTo>
                    <a:cubicBezTo>
                      <a:pt x="301" y="714"/>
                      <a:pt x="318" y="725"/>
                      <a:pt x="289" y="735"/>
                    </a:cubicBezTo>
                    <a:cubicBezTo>
                      <a:pt x="283" y="751"/>
                      <a:pt x="274" y="764"/>
                      <a:pt x="268" y="781"/>
                    </a:cubicBezTo>
                    <a:cubicBezTo>
                      <a:pt x="279" y="788"/>
                      <a:pt x="305" y="797"/>
                      <a:pt x="305" y="797"/>
                    </a:cubicBezTo>
                    <a:cubicBezTo>
                      <a:pt x="310" y="795"/>
                      <a:pt x="314" y="793"/>
                      <a:pt x="318" y="793"/>
                    </a:cubicBezTo>
                    <a:cubicBezTo>
                      <a:pt x="341" y="793"/>
                      <a:pt x="366" y="790"/>
                      <a:pt x="388" y="797"/>
                    </a:cubicBezTo>
                    <a:cubicBezTo>
                      <a:pt x="396" y="799"/>
                      <a:pt x="380" y="813"/>
                      <a:pt x="371" y="816"/>
                    </a:cubicBezTo>
                    <a:cubicBezTo>
                      <a:pt x="365" y="837"/>
                      <a:pt x="347" y="842"/>
                      <a:pt x="326" y="847"/>
                    </a:cubicBezTo>
                    <a:cubicBezTo>
                      <a:pt x="323" y="851"/>
                      <a:pt x="322" y="857"/>
                      <a:pt x="318" y="859"/>
                    </a:cubicBezTo>
                    <a:cubicBezTo>
                      <a:pt x="310" y="863"/>
                      <a:pt x="296" y="856"/>
                      <a:pt x="289" y="863"/>
                    </a:cubicBezTo>
                    <a:cubicBezTo>
                      <a:pt x="242" y="907"/>
                      <a:pt x="314" y="881"/>
                      <a:pt x="272" y="894"/>
                    </a:cubicBezTo>
                    <a:cubicBezTo>
                      <a:pt x="263" y="908"/>
                      <a:pt x="266" y="920"/>
                      <a:pt x="248" y="925"/>
                    </a:cubicBezTo>
                    <a:cubicBezTo>
                      <a:pt x="194" y="920"/>
                      <a:pt x="209" y="922"/>
                      <a:pt x="198" y="882"/>
                    </a:cubicBezTo>
                    <a:cubicBezTo>
                      <a:pt x="188" y="909"/>
                      <a:pt x="195" y="942"/>
                      <a:pt x="161" y="952"/>
                    </a:cubicBezTo>
                    <a:cubicBezTo>
                      <a:pt x="153" y="963"/>
                      <a:pt x="128" y="979"/>
                      <a:pt x="128" y="979"/>
                    </a:cubicBezTo>
                    <a:cubicBezTo>
                      <a:pt x="127" y="984"/>
                      <a:pt x="128" y="991"/>
                      <a:pt x="124" y="995"/>
                    </a:cubicBezTo>
                    <a:cubicBezTo>
                      <a:pt x="117" y="1001"/>
                      <a:pt x="99" y="1010"/>
                      <a:pt x="99" y="1010"/>
                    </a:cubicBezTo>
                    <a:cubicBezTo>
                      <a:pt x="92" y="1028"/>
                      <a:pt x="91" y="1046"/>
                      <a:pt x="74" y="1057"/>
                    </a:cubicBezTo>
                    <a:cubicBezTo>
                      <a:pt x="67" y="1076"/>
                      <a:pt x="48" y="1073"/>
                      <a:pt x="29" y="1080"/>
                    </a:cubicBezTo>
                    <a:cubicBezTo>
                      <a:pt x="25" y="1092"/>
                      <a:pt x="26" y="1103"/>
                      <a:pt x="21" y="1115"/>
                    </a:cubicBezTo>
                    <a:cubicBezTo>
                      <a:pt x="17" y="1124"/>
                      <a:pt x="7" y="1129"/>
                      <a:pt x="4" y="1138"/>
                    </a:cubicBezTo>
                    <a:cubicBezTo>
                      <a:pt x="3" y="1142"/>
                      <a:pt x="1" y="1146"/>
                      <a:pt x="0" y="1150"/>
                    </a:cubicBezTo>
                    <a:cubicBezTo>
                      <a:pt x="10" y="1177"/>
                      <a:pt x="15" y="1209"/>
                      <a:pt x="29" y="1235"/>
                    </a:cubicBezTo>
                    <a:cubicBezTo>
                      <a:pt x="34" y="1247"/>
                      <a:pt x="45" y="1270"/>
                      <a:pt x="45" y="1270"/>
                    </a:cubicBezTo>
                    <a:cubicBezTo>
                      <a:pt x="48" y="1292"/>
                      <a:pt x="52" y="1308"/>
                      <a:pt x="58" y="1328"/>
                    </a:cubicBezTo>
                    <a:cubicBezTo>
                      <a:pt x="66" y="1327"/>
                      <a:pt x="74" y="1323"/>
                      <a:pt x="83" y="1324"/>
                    </a:cubicBezTo>
                    <a:cubicBezTo>
                      <a:pt x="91" y="1326"/>
                      <a:pt x="105" y="1363"/>
                      <a:pt x="107" y="1371"/>
                    </a:cubicBezTo>
                    <a:cubicBezTo>
                      <a:pt x="110" y="1412"/>
                      <a:pt x="100" y="1425"/>
                      <a:pt x="132" y="1445"/>
                    </a:cubicBezTo>
                    <a:cubicBezTo>
                      <a:pt x="208" y="1441"/>
                      <a:pt x="217" y="1446"/>
                      <a:pt x="268" y="1414"/>
                    </a:cubicBezTo>
                    <a:cubicBezTo>
                      <a:pt x="279" y="1407"/>
                      <a:pt x="293" y="1406"/>
                      <a:pt x="305" y="1402"/>
                    </a:cubicBezTo>
                    <a:cubicBezTo>
                      <a:pt x="310" y="1401"/>
                      <a:pt x="318" y="1398"/>
                      <a:pt x="318" y="1398"/>
                    </a:cubicBezTo>
                    <a:cubicBezTo>
                      <a:pt x="322" y="1385"/>
                      <a:pt x="319" y="1385"/>
                      <a:pt x="334" y="1379"/>
                    </a:cubicBezTo>
                    <a:cubicBezTo>
                      <a:pt x="343" y="1375"/>
                      <a:pt x="359" y="1371"/>
                      <a:pt x="359" y="1371"/>
                    </a:cubicBezTo>
                    <a:cubicBezTo>
                      <a:pt x="377" y="1346"/>
                      <a:pt x="377" y="1343"/>
                      <a:pt x="409" y="1336"/>
                    </a:cubicBezTo>
                    <a:cubicBezTo>
                      <a:pt x="414" y="1328"/>
                      <a:pt x="414" y="1319"/>
                      <a:pt x="421" y="1313"/>
                    </a:cubicBezTo>
                    <a:cubicBezTo>
                      <a:pt x="433" y="1301"/>
                      <a:pt x="462" y="1302"/>
                      <a:pt x="479" y="1297"/>
                    </a:cubicBezTo>
                    <a:cubicBezTo>
                      <a:pt x="528" y="1302"/>
                      <a:pt x="564" y="1310"/>
                      <a:pt x="615" y="1313"/>
                    </a:cubicBezTo>
                    <a:cubicBezTo>
                      <a:pt x="623" y="1343"/>
                      <a:pt x="616" y="1339"/>
                      <a:pt x="656" y="1344"/>
                    </a:cubicBezTo>
                    <a:cubicBezTo>
                      <a:pt x="692" y="1367"/>
                      <a:pt x="671" y="1361"/>
                      <a:pt x="722" y="1355"/>
                    </a:cubicBezTo>
                    <a:cubicBezTo>
                      <a:pt x="728" y="1339"/>
                      <a:pt x="725" y="1321"/>
                      <a:pt x="743" y="1309"/>
                    </a:cubicBezTo>
                    <a:cubicBezTo>
                      <a:pt x="755" y="1301"/>
                      <a:pt x="780" y="1289"/>
                      <a:pt x="780" y="1289"/>
                    </a:cubicBezTo>
                    <a:cubicBezTo>
                      <a:pt x="788" y="1267"/>
                      <a:pt x="797" y="1244"/>
                      <a:pt x="817" y="1231"/>
                    </a:cubicBezTo>
                    <a:cubicBezTo>
                      <a:pt x="831" y="1213"/>
                      <a:pt x="853" y="1195"/>
                      <a:pt x="875" y="1189"/>
                    </a:cubicBezTo>
                    <a:cubicBezTo>
                      <a:pt x="886" y="1190"/>
                      <a:pt x="898" y="1189"/>
                      <a:pt x="908" y="1192"/>
                    </a:cubicBezTo>
                    <a:cubicBezTo>
                      <a:pt x="929" y="1200"/>
                      <a:pt x="916" y="1243"/>
                      <a:pt x="937" y="1255"/>
                    </a:cubicBezTo>
                    <a:cubicBezTo>
                      <a:pt x="948" y="1261"/>
                      <a:pt x="974" y="1266"/>
                      <a:pt x="974" y="1266"/>
                    </a:cubicBezTo>
                    <a:cubicBezTo>
                      <a:pt x="975" y="1269"/>
                      <a:pt x="985" y="1291"/>
                      <a:pt x="995" y="1274"/>
                    </a:cubicBezTo>
                    <a:cubicBezTo>
                      <a:pt x="999" y="1266"/>
                      <a:pt x="995" y="1256"/>
                      <a:pt x="999" y="1247"/>
                    </a:cubicBezTo>
                    <a:cubicBezTo>
                      <a:pt x="1003" y="1238"/>
                      <a:pt x="1015" y="1224"/>
                      <a:pt x="1015" y="1224"/>
                    </a:cubicBezTo>
                    <a:cubicBezTo>
                      <a:pt x="1011" y="1172"/>
                      <a:pt x="1008" y="1173"/>
                      <a:pt x="995" y="1134"/>
                    </a:cubicBezTo>
                    <a:cubicBezTo>
                      <a:pt x="999" y="1048"/>
                      <a:pt x="978" y="1057"/>
                      <a:pt x="1028" y="1026"/>
                    </a:cubicBezTo>
                    <a:cubicBezTo>
                      <a:pt x="1048" y="997"/>
                      <a:pt x="1054" y="961"/>
                      <a:pt x="1065" y="929"/>
                    </a:cubicBezTo>
                    <a:cubicBezTo>
                      <a:pt x="1063" y="898"/>
                      <a:pt x="1080" y="825"/>
                      <a:pt x="1040" y="801"/>
                    </a:cubicBezTo>
                    <a:cubicBezTo>
                      <a:pt x="1025" y="780"/>
                      <a:pt x="1018" y="763"/>
                      <a:pt x="1011" y="738"/>
                    </a:cubicBezTo>
                    <a:cubicBezTo>
                      <a:pt x="1013" y="701"/>
                      <a:pt x="1010" y="663"/>
                      <a:pt x="1015" y="626"/>
                    </a:cubicBezTo>
                    <a:cubicBezTo>
                      <a:pt x="1017" y="617"/>
                      <a:pt x="1032" y="603"/>
                      <a:pt x="1032" y="603"/>
                    </a:cubicBezTo>
                    <a:cubicBezTo>
                      <a:pt x="1037" y="574"/>
                      <a:pt x="1040" y="569"/>
                      <a:pt x="1007" y="564"/>
                    </a:cubicBezTo>
                    <a:cubicBezTo>
                      <a:pt x="999" y="552"/>
                      <a:pt x="986" y="542"/>
                      <a:pt x="974" y="533"/>
                    </a:cubicBezTo>
                    <a:cubicBezTo>
                      <a:pt x="966" y="528"/>
                      <a:pt x="949" y="517"/>
                      <a:pt x="949" y="517"/>
                    </a:cubicBezTo>
                    <a:cubicBezTo>
                      <a:pt x="936" y="497"/>
                      <a:pt x="920" y="463"/>
                      <a:pt x="896" y="455"/>
                    </a:cubicBezTo>
                    <a:cubicBezTo>
                      <a:pt x="849" y="389"/>
                      <a:pt x="841" y="306"/>
                      <a:pt x="801" y="238"/>
                    </a:cubicBezTo>
                    <a:cubicBezTo>
                      <a:pt x="788" y="218"/>
                      <a:pt x="773" y="199"/>
                      <a:pt x="759" y="180"/>
                    </a:cubicBezTo>
                    <a:cubicBezTo>
                      <a:pt x="753" y="169"/>
                      <a:pt x="747" y="145"/>
                      <a:pt x="747" y="145"/>
                    </a:cubicBezTo>
                    <a:cubicBezTo>
                      <a:pt x="746" y="117"/>
                      <a:pt x="748" y="90"/>
                      <a:pt x="743" y="63"/>
                    </a:cubicBezTo>
                    <a:cubicBezTo>
                      <a:pt x="740" y="48"/>
                      <a:pt x="766" y="0"/>
                      <a:pt x="757" y="0"/>
                    </a:cubicBezTo>
                  </a:path>
                </a:pathLst>
              </a:custGeom>
              <a:solidFill>
                <a:schemeClr val="bg1"/>
              </a:solid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Freeform 1032"/>
              <p:cNvSpPr>
                <a:spLocks/>
              </p:cNvSpPr>
              <p:nvPr/>
            </p:nvSpPr>
            <p:spPr bwMode="auto">
              <a:xfrm>
                <a:off x="348" y="1090"/>
                <a:ext cx="802" cy="860"/>
              </a:xfrm>
              <a:custGeom>
                <a:avLst/>
                <a:gdLst/>
                <a:ahLst/>
                <a:cxnLst>
                  <a:cxn ang="0">
                    <a:pos x="11" y="856"/>
                  </a:cxn>
                  <a:cxn ang="0">
                    <a:pos x="25" y="829"/>
                  </a:cxn>
                  <a:cxn ang="0">
                    <a:pos x="12" y="794"/>
                  </a:cxn>
                  <a:cxn ang="0">
                    <a:pos x="0" y="759"/>
                  </a:cxn>
                  <a:cxn ang="0">
                    <a:pos x="21" y="627"/>
                  </a:cxn>
                  <a:cxn ang="0">
                    <a:pos x="21" y="441"/>
                  </a:cxn>
                  <a:cxn ang="0">
                    <a:pos x="37" y="371"/>
                  </a:cxn>
                  <a:cxn ang="0">
                    <a:pos x="70" y="309"/>
                  </a:cxn>
                  <a:cxn ang="0">
                    <a:pos x="91" y="278"/>
                  </a:cxn>
                  <a:cxn ang="0">
                    <a:pos x="136" y="216"/>
                  </a:cxn>
                  <a:cxn ang="0">
                    <a:pos x="173" y="204"/>
                  </a:cxn>
                  <a:cxn ang="0">
                    <a:pos x="198" y="197"/>
                  </a:cxn>
                  <a:cxn ang="0">
                    <a:pos x="231" y="169"/>
                  </a:cxn>
                  <a:cxn ang="0">
                    <a:pos x="243" y="162"/>
                  </a:cxn>
                  <a:cxn ang="0">
                    <a:pos x="301" y="72"/>
                  </a:cxn>
                  <a:cxn ang="0">
                    <a:pos x="343" y="69"/>
                  </a:cxn>
                  <a:cxn ang="0">
                    <a:pos x="388" y="30"/>
                  </a:cxn>
                  <a:cxn ang="0">
                    <a:pos x="404" y="18"/>
                  </a:cxn>
                  <a:cxn ang="0">
                    <a:pos x="454" y="41"/>
                  </a:cxn>
                  <a:cxn ang="0">
                    <a:pos x="483" y="69"/>
                  </a:cxn>
                  <a:cxn ang="0">
                    <a:pos x="532" y="88"/>
                  </a:cxn>
                  <a:cxn ang="0">
                    <a:pos x="557" y="103"/>
                  </a:cxn>
                  <a:cxn ang="0">
                    <a:pos x="570" y="111"/>
                  </a:cxn>
                  <a:cxn ang="0">
                    <a:pos x="660" y="131"/>
                  </a:cxn>
                  <a:cxn ang="0">
                    <a:pos x="739" y="169"/>
                  </a:cxn>
                  <a:cxn ang="0">
                    <a:pos x="776" y="189"/>
                  </a:cxn>
                  <a:cxn ang="0">
                    <a:pos x="755" y="332"/>
                  </a:cxn>
                  <a:cxn ang="0">
                    <a:pos x="739" y="375"/>
                  </a:cxn>
                  <a:cxn ang="0">
                    <a:pos x="730" y="398"/>
                  </a:cxn>
                  <a:cxn ang="0">
                    <a:pos x="722" y="445"/>
                  </a:cxn>
                  <a:cxn ang="0">
                    <a:pos x="697" y="480"/>
                  </a:cxn>
                  <a:cxn ang="0">
                    <a:pos x="673" y="519"/>
                  </a:cxn>
                  <a:cxn ang="0">
                    <a:pos x="586" y="720"/>
                  </a:cxn>
                  <a:cxn ang="0">
                    <a:pos x="561" y="825"/>
                  </a:cxn>
                  <a:cxn ang="0">
                    <a:pos x="549" y="860"/>
                  </a:cxn>
                </a:cxnLst>
                <a:rect l="0" t="0" r="r" b="b"/>
                <a:pathLst>
                  <a:path w="802" h="860">
                    <a:moveTo>
                      <a:pt x="11" y="856"/>
                    </a:moveTo>
                    <a:cubicBezTo>
                      <a:pt x="8" y="852"/>
                      <a:pt x="28" y="833"/>
                      <a:pt x="25" y="829"/>
                    </a:cubicBezTo>
                    <a:cubicBezTo>
                      <a:pt x="17" y="819"/>
                      <a:pt x="17" y="806"/>
                      <a:pt x="12" y="794"/>
                    </a:cubicBezTo>
                    <a:cubicBezTo>
                      <a:pt x="8" y="782"/>
                      <a:pt x="0" y="759"/>
                      <a:pt x="0" y="759"/>
                    </a:cubicBezTo>
                    <a:cubicBezTo>
                      <a:pt x="4" y="656"/>
                      <a:pt x="0" y="685"/>
                      <a:pt x="21" y="627"/>
                    </a:cubicBezTo>
                    <a:cubicBezTo>
                      <a:pt x="25" y="569"/>
                      <a:pt x="40" y="497"/>
                      <a:pt x="21" y="441"/>
                    </a:cubicBezTo>
                    <a:cubicBezTo>
                      <a:pt x="23" y="407"/>
                      <a:pt x="19" y="396"/>
                      <a:pt x="37" y="371"/>
                    </a:cubicBezTo>
                    <a:cubicBezTo>
                      <a:pt x="41" y="343"/>
                      <a:pt x="44" y="325"/>
                      <a:pt x="70" y="309"/>
                    </a:cubicBezTo>
                    <a:cubicBezTo>
                      <a:pt x="80" y="282"/>
                      <a:pt x="72" y="291"/>
                      <a:pt x="91" y="278"/>
                    </a:cubicBezTo>
                    <a:cubicBezTo>
                      <a:pt x="102" y="248"/>
                      <a:pt x="109" y="233"/>
                      <a:pt x="136" y="216"/>
                    </a:cubicBezTo>
                    <a:cubicBezTo>
                      <a:pt x="147" y="210"/>
                      <a:pt x="161" y="208"/>
                      <a:pt x="173" y="204"/>
                    </a:cubicBezTo>
                    <a:cubicBezTo>
                      <a:pt x="182" y="202"/>
                      <a:pt x="198" y="197"/>
                      <a:pt x="198" y="197"/>
                    </a:cubicBezTo>
                    <a:cubicBezTo>
                      <a:pt x="212" y="177"/>
                      <a:pt x="202" y="188"/>
                      <a:pt x="231" y="169"/>
                    </a:cubicBezTo>
                    <a:cubicBezTo>
                      <a:pt x="235" y="167"/>
                      <a:pt x="243" y="162"/>
                      <a:pt x="243" y="162"/>
                    </a:cubicBezTo>
                    <a:cubicBezTo>
                      <a:pt x="253" y="149"/>
                      <a:pt x="288" y="75"/>
                      <a:pt x="301" y="72"/>
                    </a:cubicBezTo>
                    <a:cubicBezTo>
                      <a:pt x="315" y="70"/>
                      <a:pt x="329" y="70"/>
                      <a:pt x="343" y="69"/>
                    </a:cubicBezTo>
                    <a:cubicBezTo>
                      <a:pt x="360" y="57"/>
                      <a:pt x="370" y="41"/>
                      <a:pt x="388" y="30"/>
                    </a:cubicBezTo>
                    <a:cubicBezTo>
                      <a:pt x="398" y="3"/>
                      <a:pt x="391" y="0"/>
                      <a:pt x="404" y="18"/>
                    </a:cubicBezTo>
                    <a:cubicBezTo>
                      <a:pt x="411" y="43"/>
                      <a:pt x="428" y="38"/>
                      <a:pt x="454" y="41"/>
                    </a:cubicBezTo>
                    <a:cubicBezTo>
                      <a:pt x="476" y="48"/>
                      <a:pt x="464" y="41"/>
                      <a:pt x="483" y="69"/>
                    </a:cubicBezTo>
                    <a:cubicBezTo>
                      <a:pt x="492" y="83"/>
                      <a:pt x="519" y="79"/>
                      <a:pt x="532" y="88"/>
                    </a:cubicBezTo>
                    <a:cubicBezTo>
                      <a:pt x="541" y="93"/>
                      <a:pt x="549" y="98"/>
                      <a:pt x="557" y="103"/>
                    </a:cubicBezTo>
                    <a:cubicBezTo>
                      <a:pt x="561" y="106"/>
                      <a:pt x="570" y="111"/>
                      <a:pt x="570" y="111"/>
                    </a:cubicBezTo>
                    <a:cubicBezTo>
                      <a:pt x="590" y="140"/>
                      <a:pt x="622" y="128"/>
                      <a:pt x="660" y="131"/>
                    </a:cubicBezTo>
                    <a:cubicBezTo>
                      <a:pt x="688" y="149"/>
                      <a:pt x="707" y="160"/>
                      <a:pt x="739" y="169"/>
                    </a:cubicBezTo>
                    <a:cubicBezTo>
                      <a:pt x="752" y="173"/>
                      <a:pt x="776" y="189"/>
                      <a:pt x="776" y="189"/>
                    </a:cubicBezTo>
                    <a:cubicBezTo>
                      <a:pt x="802" y="226"/>
                      <a:pt x="765" y="291"/>
                      <a:pt x="755" y="332"/>
                    </a:cubicBezTo>
                    <a:cubicBezTo>
                      <a:pt x="751" y="350"/>
                      <a:pt x="747" y="358"/>
                      <a:pt x="739" y="375"/>
                    </a:cubicBezTo>
                    <a:cubicBezTo>
                      <a:pt x="735" y="383"/>
                      <a:pt x="730" y="398"/>
                      <a:pt x="730" y="398"/>
                    </a:cubicBezTo>
                    <a:cubicBezTo>
                      <a:pt x="729" y="405"/>
                      <a:pt x="729" y="433"/>
                      <a:pt x="722" y="445"/>
                    </a:cubicBezTo>
                    <a:cubicBezTo>
                      <a:pt x="715" y="457"/>
                      <a:pt x="702" y="467"/>
                      <a:pt x="697" y="480"/>
                    </a:cubicBezTo>
                    <a:cubicBezTo>
                      <a:pt x="691" y="501"/>
                      <a:pt x="693" y="512"/>
                      <a:pt x="673" y="519"/>
                    </a:cubicBezTo>
                    <a:cubicBezTo>
                      <a:pt x="631" y="578"/>
                      <a:pt x="604" y="652"/>
                      <a:pt x="586" y="720"/>
                    </a:cubicBezTo>
                    <a:cubicBezTo>
                      <a:pt x="582" y="759"/>
                      <a:pt x="574" y="789"/>
                      <a:pt x="561" y="825"/>
                    </a:cubicBezTo>
                    <a:cubicBezTo>
                      <a:pt x="557" y="837"/>
                      <a:pt x="553" y="848"/>
                      <a:pt x="549" y="860"/>
                    </a:cubicBezTo>
                  </a:path>
                </a:pathLst>
              </a:custGeom>
              <a:solidFill>
                <a:schemeClr val="bg1"/>
              </a:solid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0" name="Freeform 1034"/>
            <p:cNvSpPr>
              <a:spLocks/>
            </p:cNvSpPr>
            <p:nvPr/>
          </p:nvSpPr>
          <p:spPr bwMode="auto">
            <a:xfrm>
              <a:off x="348" y="3110"/>
              <a:ext cx="1134" cy="936"/>
            </a:xfrm>
            <a:custGeom>
              <a:avLst/>
              <a:gdLst/>
              <a:ahLst/>
              <a:cxnLst>
                <a:cxn ang="0">
                  <a:pos x="0" y="195"/>
                </a:cxn>
                <a:cxn ang="0">
                  <a:pos x="33" y="183"/>
                </a:cxn>
                <a:cxn ang="0">
                  <a:pos x="51" y="177"/>
                </a:cxn>
                <a:cxn ang="0">
                  <a:pos x="90" y="159"/>
                </a:cxn>
                <a:cxn ang="0">
                  <a:pos x="126" y="135"/>
                </a:cxn>
                <a:cxn ang="0">
                  <a:pos x="162" y="111"/>
                </a:cxn>
                <a:cxn ang="0">
                  <a:pos x="177" y="90"/>
                </a:cxn>
                <a:cxn ang="0">
                  <a:pos x="258" y="99"/>
                </a:cxn>
                <a:cxn ang="0">
                  <a:pos x="285" y="96"/>
                </a:cxn>
                <a:cxn ang="0">
                  <a:pos x="303" y="90"/>
                </a:cxn>
                <a:cxn ang="0">
                  <a:pos x="318" y="93"/>
                </a:cxn>
                <a:cxn ang="0">
                  <a:pos x="330" y="120"/>
                </a:cxn>
                <a:cxn ang="0">
                  <a:pos x="351" y="126"/>
                </a:cxn>
                <a:cxn ang="0">
                  <a:pos x="369" y="132"/>
                </a:cxn>
                <a:cxn ang="0">
                  <a:pos x="390" y="102"/>
                </a:cxn>
                <a:cxn ang="0">
                  <a:pos x="426" y="75"/>
                </a:cxn>
                <a:cxn ang="0">
                  <a:pos x="453" y="39"/>
                </a:cxn>
                <a:cxn ang="0">
                  <a:pos x="483" y="9"/>
                </a:cxn>
                <a:cxn ang="0">
                  <a:pos x="516" y="3"/>
                </a:cxn>
                <a:cxn ang="0">
                  <a:pos x="543" y="42"/>
                </a:cxn>
                <a:cxn ang="0">
                  <a:pos x="567" y="60"/>
                </a:cxn>
                <a:cxn ang="0">
                  <a:pos x="594" y="90"/>
                </a:cxn>
                <a:cxn ang="0">
                  <a:pos x="624" y="135"/>
                </a:cxn>
                <a:cxn ang="0">
                  <a:pos x="624" y="204"/>
                </a:cxn>
                <a:cxn ang="0">
                  <a:pos x="651" y="219"/>
                </a:cxn>
                <a:cxn ang="0">
                  <a:pos x="666" y="237"/>
                </a:cxn>
                <a:cxn ang="0">
                  <a:pos x="669" y="246"/>
                </a:cxn>
                <a:cxn ang="0">
                  <a:pos x="672" y="327"/>
                </a:cxn>
                <a:cxn ang="0">
                  <a:pos x="750" y="378"/>
                </a:cxn>
                <a:cxn ang="0">
                  <a:pos x="765" y="420"/>
                </a:cxn>
                <a:cxn ang="0">
                  <a:pos x="795" y="450"/>
                </a:cxn>
                <a:cxn ang="0">
                  <a:pos x="816" y="474"/>
                </a:cxn>
                <a:cxn ang="0">
                  <a:pos x="816" y="495"/>
                </a:cxn>
                <a:cxn ang="0">
                  <a:pos x="798" y="501"/>
                </a:cxn>
                <a:cxn ang="0">
                  <a:pos x="792" y="519"/>
                </a:cxn>
                <a:cxn ang="0">
                  <a:pos x="774" y="531"/>
                </a:cxn>
                <a:cxn ang="0">
                  <a:pos x="630" y="564"/>
                </a:cxn>
                <a:cxn ang="0">
                  <a:pos x="600" y="573"/>
                </a:cxn>
                <a:cxn ang="0">
                  <a:pos x="540" y="573"/>
                </a:cxn>
                <a:cxn ang="0">
                  <a:pos x="519" y="618"/>
                </a:cxn>
                <a:cxn ang="0">
                  <a:pos x="477" y="621"/>
                </a:cxn>
                <a:cxn ang="0">
                  <a:pos x="426" y="639"/>
                </a:cxn>
                <a:cxn ang="0">
                  <a:pos x="429" y="648"/>
                </a:cxn>
                <a:cxn ang="0">
                  <a:pos x="417" y="651"/>
                </a:cxn>
                <a:cxn ang="0">
                  <a:pos x="414" y="681"/>
                </a:cxn>
                <a:cxn ang="0">
                  <a:pos x="429" y="714"/>
                </a:cxn>
                <a:cxn ang="0">
                  <a:pos x="420" y="720"/>
                </a:cxn>
                <a:cxn ang="0">
                  <a:pos x="384" y="708"/>
                </a:cxn>
                <a:cxn ang="0">
                  <a:pos x="348" y="681"/>
                </a:cxn>
                <a:cxn ang="0">
                  <a:pos x="312" y="651"/>
                </a:cxn>
                <a:cxn ang="0">
                  <a:pos x="294" y="642"/>
                </a:cxn>
                <a:cxn ang="0">
                  <a:pos x="261" y="621"/>
                </a:cxn>
                <a:cxn ang="0">
                  <a:pos x="252" y="618"/>
                </a:cxn>
                <a:cxn ang="0">
                  <a:pos x="195" y="609"/>
                </a:cxn>
                <a:cxn ang="0">
                  <a:pos x="168" y="561"/>
                </a:cxn>
                <a:cxn ang="0">
                  <a:pos x="99" y="516"/>
                </a:cxn>
                <a:cxn ang="0">
                  <a:pos x="60" y="453"/>
                </a:cxn>
                <a:cxn ang="0">
                  <a:pos x="24" y="378"/>
                </a:cxn>
                <a:cxn ang="0">
                  <a:pos x="21" y="279"/>
                </a:cxn>
                <a:cxn ang="0">
                  <a:pos x="6" y="252"/>
                </a:cxn>
                <a:cxn ang="0">
                  <a:pos x="0" y="234"/>
                </a:cxn>
                <a:cxn ang="0">
                  <a:pos x="0" y="195"/>
                </a:cxn>
              </a:cxnLst>
              <a:rect l="0" t="0" r="r" b="b"/>
              <a:pathLst>
                <a:path w="823" h="721">
                  <a:moveTo>
                    <a:pt x="0" y="195"/>
                  </a:moveTo>
                  <a:cubicBezTo>
                    <a:pt x="15" y="192"/>
                    <a:pt x="20" y="189"/>
                    <a:pt x="33" y="183"/>
                  </a:cubicBezTo>
                  <a:cubicBezTo>
                    <a:pt x="39" y="180"/>
                    <a:pt x="51" y="177"/>
                    <a:pt x="51" y="177"/>
                  </a:cubicBezTo>
                  <a:cubicBezTo>
                    <a:pt x="63" y="165"/>
                    <a:pt x="75" y="163"/>
                    <a:pt x="90" y="159"/>
                  </a:cubicBezTo>
                  <a:cubicBezTo>
                    <a:pt x="105" y="136"/>
                    <a:pt x="89" y="139"/>
                    <a:pt x="126" y="135"/>
                  </a:cubicBezTo>
                  <a:cubicBezTo>
                    <a:pt x="140" y="125"/>
                    <a:pt x="144" y="116"/>
                    <a:pt x="162" y="111"/>
                  </a:cubicBezTo>
                  <a:cubicBezTo>
                    <a:pt x="169" y="90"/>
                    <a:pt x="162" y="95"/>
                    <a:pt x="177" y="90"/>
                  </a:cubicBezTo>
                  <a:cubicBezTo>
                    <a:pt x="207" y="92"/>
                    <a:pt x="230" y="94"/>
                    <a:pt x="258" y="99"/>
                  </a:cubicBezTo>
                  <a:cubicBezTo>
                    <a:pt x="267" y="98"/>
                    <a:pt x="276" y="98"/>
                    <a:pt x="285" y="96"/>
                  </a:cubicBezTo>
                  <a:cubicBezTo>
                    <a:pt x="291" y="95"/>
                    <a:pt x="303" y="90"/>
                    <a:pt x="303" y="90"/>
                  </a:cubicBezTo>
                  <a:cubicBezTo>
                    <a:pt x="308" y="91"/>
                    <a:pt x="314" y="89"/>
                    <a:pt x="318" y="93"/>
                  </a:cubicBezTo>
                  <a:cubicBezTo>
                    <a:pt x="338" y="113"/>
                    <a:pt x="313" y="106"/>
                    <a:pt x="330" y="120"/>
                  </a:cubicBezTo>
                  <a:cubicBezTo>
                    <a:pt x="332" y="122"/>
                    <a:pt x="350" y="126"/>
                    <a:pt x="351" y="126"/>
                  </a:cubicBezTo>
                  <a:cubicBezTo>
                    <a:pt x="357" y="128"/>
                    <a:pt x="369" y="132"/>
                    <a:pt x="369" y="132"/>
                  </a:cubicBezTo>
                  <a:cubicBezTo>
                    <a:pt x="378" y="119"/>
                    <a:pt x="375" y="107"/>
                    <a:pt x="390" y="102"/>
                  </a:cubicBezTo>
                  <a:cubicBezTo>
                    <a:pt x="408" y="84"/>
                    <a:pt x="408" y="87"/>
                    <a:pt x="426" y="75"/>
                  </a:cubicBezTo>
                  <a:cubicBezTo>
                    <a:pt x="430" y="52"/>
                    <a:pt x="430" y="45"/>
                    <a:pt x="453" y="39"/>
                  </a:cubicBezTo>
                  <a:cubicBezTo>
                    <a:pt x="460" y="17"/>
                    <a:pt x="459" y="13"/>
                    <a:pt x="483" y="9"/>
                  </a:cubicBezTo>
                  <a:cubicBezTo>
                    <a:pt x="497" y="0"/>
                    <a:pt x="499" y="0"/>
                    <a:pt x="516" y="3"/>
                  </a:cubicBezTo>
                  <a:cubicBezTo>
                    <a:pt x="526" y="18"/>
                    <a:pt x="524" y="36"/>
                    <a:pt x="543" y="42"/>
                  </a:cubicBezTo>
                  <a:cubicBezTo>
                    <a:pt x="550" y="52"/>
                    <a:pt x="555" y="56"/>
                    <a:pt x="567" y="60"/>
                  </a:cubicBezTo>
                  <a:cubicBezTo>
                    <a:pt x="573" y="69"/>
                    <a:pt x="585" y="84"/>
                    <a:pt x="594" y="90"/>
                  </a:cubicBezTo>
                  <a:cubicBezTo>
                    <a:pt x="606" y="126"/>
                    <a:pt x="597" y="117"/>
                    <a:pt x="624" y="135"/>
                  </a:cubicBezTo>
                  <a:cubicBezTo>
                    <a:pt x="632" y="159"/>
                    <a:pt x="632" y="179"/>
                    <a:pt x="624" y="204"/>
                  </a:cubicBezTo>
                  <a:cubicBezTo>
                    <a:pt x="628" y="225"/>
                    <a:pt x="631" y="223"/>
                    <a:pt x="651" y="219"/>
                  </a:cubicBezTo>
                  <a:cubicBezTo>
                    <a:pt x="660" y="191"/>
                    <a:pt x="665" y="232"/>
                    <a:pt x="666" y="237"/>
                  </a:cubicBezTo>
                  <a:cubicBezTo>
                    <a:pt x="667" y="240"/>
                    <a:pt x="668" y="243"/>
                    <a:pt x="669" y="246"/>
                  </a:cubicBezTo>
                  <a:cubicBezTo>
                    <a:pt x="670" y="273"/>
                    <a:pt x="668" y="300"/>
                    <a:pt x="672" y="327"/>
                  </a:cubicBezTo>
                  <a:cubicBezTo>
                    <a:pt x="677" y="361"/>
                    <a:pt x="723" y="375"/>
                    <a:pt x="750" y="378"/>
                  </a:cubicBezTo>
                  <a:cubicBezTo>
                    <a:pt x="752" y="399"/>
                    <a:pt x="749" y="409"/>
                    <a:pt x="765" y="420"/>
                  </a:cubicBezTo>
                  <a:cubicBezTo>
                    <a:pt x="772" y="431"/>
                    <a:pt x="784" y="443"/>
                    <a:pt x="795" y="450"/>
                  </a:cubicBezTo>
                  <a:cubicBezTo>
                    <a:pt x="799" y="462"/>
                    <a:pt x="807" y="465"/>
                    <a:pt x="816" y="474"/>
                  </a:cubicBezTo>
                  <a:cubicBezTo>
                    <a:pt x="818" y="480"/>
                    <a:pt x="823" y="489"/>
                    <a:pt x="816" y="495"/>
                  </a:cubicBezTo>
                  <a:cubicBezTo>
                    <a:pt x="811" y="499"/>
                    <a:pt x="798" y="501"/>
                    <a:pt x="798" y="501"/>
                  </a:cubicBezTo>
                  <a:cubicBezTo>
                    <a:pt x="796" y="507"/>
                    <a:pt x="794" y="513"/>
                    <a:pt x="792" y="519"/>
                  </a:cubicBezTo>
                  <a:cubicBezTo>
                    <a:pt x="790" y="526"/>
                    <a:pt x="774" y="531"/>
                    <a:pt x="774" y="531"/>
                  </a:cubicBezTo>
                  <a:cubicBezTo>
                    <a:pt x="742" y="578"/>
                    <a:pt x="681" y="562"/>
                    <a:pt x="630" y="564"/>
                  </a:cubicBezTo>
                  <a:cubicBezTo>
                    <a:pt x="608" y="571"/>
                    <a:pt x="618" y="568"/>
                    <a:pt x="600" y="573"/>
                  </a:cubicBezTo>
                  <a:cubicBezTo>
                    <a:pt x="588" y="572"/>
                    <a:pt x="554" y="567"/>
                    <a:pt x="540" y="573"/>
                  </a:cubicBezTo>
                  <a:cubicBezTo>
                    <a:pt x="534" y="576"/>
                    <a:pt x="524" y="617"/>
                    <a:pt x="519" y="618"/>
                  </a:cubicBezTo>
                  <a:cubicBezTo>
                    <a:pt x="505" y="622"/>
                    <a:pt x="491" y="620"/>
                    <a:pt x="477" y="621"/>
                  </a:cubicBezTo>
                  <a:cubicBezTo>
                    <a:pt x="459" y="625"/>
                    <a:pt x="441" y="629"/>
                    <a:pt x="426" y="639"/>
                  </a:cubicBezTo>
                  <a:cubicBezTo>
                    <a:pt x="427" y="642"/>
                    <a:pt x="431" y="645"/>
                    <a:pt x="429" y="648"/>
                  </a:cubicBezTo>
                  <a:cubicBezTo>
                    <a:pt x="427" y="651"/>
                    <a:pt x="421" y="649"/>
                    <a:pt x="417" y="651"/>
                  </a:cubicBezTo>
                  <a:cubicBezTo>
                    <a:pt x="376" y="672"/>
                    <a:pt x="439" y="673"/>
                    <a:pt x="414" y="681"/>
                  </a:cubicBezTo>
                  <a:cubicBezTo>
                    <a:pt x="410" y="688"/>
                    <a:pt x="444" y="699"/>
                    <a:pt x="429" y="714"/>
                  </a:cubicBezTo>
                  <a:cubicBezTo>
                    <a:pt x="429" y="720"/>
                    <a:pt x="427" y="721"/>
                    <a:pt x="420" y="720"/>
                  </a:cubicBezTo>
                  <a:cubicBezTo>
                    <a:pt x="413" y="719"/>
                    <a:pt x="396" y="714"/>
                    <a:pt x="384" y="708"/>
                  </a:cubicBezTo>
                  <a:cubicBezTo>
                    <a:pt x="372" y="702"/>
                    <a:pt x="360" y="690"/>
                    <a:pt x="348" y="681"/>
                  </a:cubicBezTo>
                  <a:cubicBezTo>
                    <a:pt x="333" y="676"/>
                    <a:pt x="317" y="667"/>
                    <a:pt x="312" y="651"/>
                  </a:cubicBezTo>
                  <a:cubicBezTo>
                    <a:pt x="310" y="645"/>
                    <a:pt x="300" y="646"/>
                    <a:pt x="294" y="642"/>
                  </a:cubicBezTo>
                  <a:cubicBezTo>
                    <a:pt x="285" y="628"/>
                    <a:pt x="278" y="627"/>
                    <a:pt x="261" y="621"/>
                  </a:cubicBezTo>
                  <a:cubicBezTo>
                    <a:pt x="258" y="620"/>
                    <a:pt x="252" y="618"/>
                    <a:pt x="252" y="618"/>
                  </a:cubicBezTo>
                  <a:cubicBezTo>
                    <a:pt x="233" y="599"/>
                    <a:pt x="227" y="607"/>
                    <a:pt x="195" y="609"/>
                  </a:cubicBezTo>
                  <a:cubicBezTo>
                    <a:pt x="163" y="598"/>
                    <a:pt x="209" y="569"/>
                    <a:pt x="168" y="561"/>
                  </a:cubicBezTo>
                  <a:cubicBezTo>
                    <a:pt x="138" y="516"/>
                    <a:pt x="167" y="526"/>
                    <a:pt x="99" y="516"/>
                  </a:cubicBezTo>
                  <a:cubicBezTo>
                    <a:pt x="76" y="501"/>
                    <a:pt x="78" y="471"/>
                    <a:pt x="60" y="453"/>
                  </a:cubicBezTo>
                  <a:cubicBezTo>
                    <a:pt x="53" y="425"/>
                    <a:pt x="33" y="405"/>
                    <a:pt x="24" y="378"/>
                  </a:cubicBezTo>
                  <a:cubicBezTo>
                    <a:pt x="25" y="357"/>
                    <a:pt x="34" y="304"/>
                    <a:pt x="21" y="279"/>
                  </a:cubicBezTo>
                  <a:cubicBezTo>
                    <a:pt x="16" y="270"/>
                    <a:pt x="10" y="261"/>
                    <a:pt x="6" y="252"/>
                  </a:cubicBezTo>
                  <a:cubicBezTo>
                    <a:pt x="3" y="246"/>
                    <a:pt x="0" y="234"/>
                    <a:pt x="0" y="234"/>
                  </a:cubicBezTo>
                  <a:cubicBezTo>
                    <a:pt x="3" y="197"/>
                    <a:pt x="12" y="207"/>
                    <a:pt x="0" y="195"/>
                  </a:cubicBezTo>
                  <a:close/>
                </a:path>
              </a:pathLst>
            </a:custGeom>
            <a:solidFill>
              <a:schemeClr val="bg1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Freeform 1035"/>
            <p:cNvSpPr>
              <a:spLocks/>
            </p:cNvSpPr>
            <p:nvPr/>
          </p:nvSpPr>
          <p:spPr bwMode="auto">
            <a:xfrm>
              <a:off x="1592" y="3449"/>
              <a:ext cx="1307" cy="1169"/>
            </a:xfrm>
            <a:custGeom>
              <a:avLst/>
              <a:gdLst/>
              <a:ahLst/>
              <a:cxnLst>
                <a:cxn ang="0">
                  <a:pos x="979" y="828"/>
                </a:cxn>
                <a:cxn ang="0">
                  <a:pos x="526" y="805"/>
                </a:cxn>
                <a:cxn ang="0">
                  <a:pos x="484" y="812"/>
                </a:cxn>
                <a:cxn ang="0">
                  <a:pos x="465" y="843"/>
                </a:cxn>
                <a:cxn ang="0">
                  <a:pos x="357" y="831"/>
                </a:cxn>
                <a:cxn ang="0">
                  <a:pos x="303" y="812"/>
                </a:cxn>
                <a:cxn ang="0">
                  <a:pos x="279" y="834"/>
                </a:cxn>
                <a:cxn ang="0">
                  <a:pos x="202" y="824"/>
                </a:cxn>
                <a:cxn ang="0">
                  <a:pos x="161" y="881"/>
                </a:cxn>
                <a:cxn ang="0">
                  <a:pos x="121" y="951"/>
                </a:cxn>
                <a:cxn ang="0">
                  <a:pos x="121" y="739"/>
                </a:cxn>
                <a:cxn ang="0">
                  <a:pos x="134" y="666"/>
                </a:cxn>
                <a:cxn ang="0">
                  <a:pos x="144" y="508"/>
                </a:cxn>
                <a:cxn ang="0">
                  <a:pos x="293" y="464"/>
                </a:cxn>
                <a:cxn ang="0">
                  <a:pos x="278" y="342"/>
                </a:cxn>
                <a:cxn ang="0">
                  <a:pos x="171" y="309"/>
                </a:cxn>
                <a:cxn ang="0">
                  <a:pos x="107" y="242"/>
                </a:cxn>
                <a:cxn ang="0">
                  <a:pos x="73" y="201"/>
                </a:cxn>
                <a:cxn ang="0">
                  <a:pos x="83" y="154"/>
                </a:cxn>
                <a:cxn ang="0">
                  <a:pos x="50" y="59"/>
                </a:cxn>
                <a:cxn ang="0">
                  <a:pos x="16" y="5"/>
                </a:cxn>
                <a:cxn ang="0">
                  <a:pos x="134" y="59"/>
                </a:cxn>
                <a:cxn ang="0">
                  <a:pos x="225" y="94"/>
                </a:cxn>
                <a:cxn ang="0">
                  <a:pos x="273" y="53"/>
                </a:cxn>
                <a:cxn ang="0">
                  <a:pos x="388" y="88"/>
                </a:cxn>
                <a:cxn ang="0">
                  <a:pos x="418" y="116"/>
                </a:cxn>
                <a:cxn ang="0">
                  <a:pos x="503" y="198"/>
                </a:cxn>
                <a:cxn ang="0">
                  <a:pos x="557" y="224"/>
                </a:cxn>
                <a:cxn ang="0">
                  <a:pos x="614" y="246"/>
                </a:cxn>
                <a:cxn ang="0">
                  <a:pos x="597" y="587"/>
                </a:cxn>
                <a:cxn ang="0">
                  <a:pos x="709" y="669"/>
                </a:cxn>
                <a:cxn ang="0">
                  <a:pos x="891" y="676"/>
                </a:cxn>
                <a:cxn ang="0">
                  <a:pos x="1006" y="673"/>
                </a:cxn>
                <a:cxn ang="0">
                  <a:pos x="1053" y="714"/>
                </a:cxn>
                <a:cxn ang="0">
                  <a:pos x="1003" y="821"/>
                </a:cxn>
              </a:cxnLst>
              <a:rect l="0" t="0" r="r" b="b"/>
              <a:pathLst>
                <a:path w="1067" h="952">
                  <a:moveTo>
                    <a:pt x="1037" y="818"/>
                  </a:moveTo>
                  <a:cubicBezTo>
                    <a:pt x="1017" y="821"/>
                    <a:pt x="998" y="824"/>
                    <a:pt x="979" y="828"/>
                  </a:cubicBezTo>
                  <a:cubicBezTo>
                    <a:pt x="828" y="825"/>
                    <a:pt x="681" y="818"/>
                    <a:pt x="530" y="815"/>
                  </a:cubicBezTo>
                  <a:cubicBezTo>
                    <a:pt x="528" y="812"/>
                    <a:pt x="530" y="808"/>
                    <a:pt x="526" y="805"/>
                  </a:cubicBezTo>
                  <a:cubicBezTo>
                    <a:pt x="521" y="801"/>
                    <a:pt x="506" y="799"/>
                    <a:pt x="506" y="799"/>
                  </a:cubicBezTo>
                  <a:cubicBezTo>
                    <a:pt x="497" y="799"/>
                    <a:pt x="491" y="805"/>
                    <a:pt x="484" y="812"/>
                  </a:cubicBezTo>
                  <a:cubicBezTo>
                    <a:pt x="479" y="817"/>
                    <a:pt x="481" y="822"/>
                    <a:pt x="478" y="827"/>
                  </a:cubicBezTo>
                  <a:cubicBezTo>
                    <a:pt x="475" y="832"/>
                    <a:pt x="472" y="839"/>
                    <a:pt x="465" y="843"/>
                  </a:cubicBezTo>
                  <a:cubicBezTo>
                    <a:pt x="461" y="852"/>
                    <a:pt x="445" y="848"/>
                    <a:pt x="435" y="850"/>
                  </a:cubicBezTo>
                  <a:cubicBezTo>
                    <a:pt x="352" y="843"/>
                    <a:pt x="424" y="838"/>
                    <a:pt x="357" y="831"/>
                  </a:cubicBezTo>
                  <a:cubicBezTo>
                    <a:pt x="345" y="827"/>
                    <a:pt x="335" y="823"/>
                    <a:pt x="323" y="818"/>
                  </a:cubicBezTo>
                  <a:cubicBezTo>
                    <a:pt x="317" y="815"/>
                    <a:pt x="303" y="812"/>
                    <a:pt x="303" y="812"/>
                  </a:cubicBezTo>
                  <a:cubicBezTo>
                    <a:pt x="297" y="812"/>
                    <a:pt x="305" y="829"/>
                    <a:pt x="301" y="833"/>
                  </a:cubicBezTo>
                  <a:cubicBezTo>
                    <a:pt x="297" y="837"/>
                    <a:pt x="286" y="833"/>
                    <a:pt x="279" y="834"/>
                  </a:cubicBezTo>
                  <a:cubicBezTo>
                    <a:pt x="275" y="840"/>
                    <a:pt x="264" y="836"/>
                    <a:pt x="256" y="837"/>
                  </a:cubicBezTo>
                  <a:cubicBezTo>
                    <a:pt x="235" y="831"/>
                    <a:pt x="223" y="828"/>
                    <a:pt x="202" y="824"/>
                  </a:cubicBezTo>
                  <a:cubicBezTo>
                    <a:pt x="193" y="819"/>
                    <a:pt x="171" y="812"/>
                    <a:pt x="171" y="812"/>
                  </a:cubicBezTo>
                  <a:cubicBezTo>
                    <a:pt x="152" y="839"/>
                    <a:pt x="170" y="810"/>
                    <a:pt x="161" y="881"/>
                  </a:cubicBezTo>
                  <a:cubicBezTo>
                    <a:pt x="159" y="899"/>
                    <a:pt x="145" y="913"/>
                    <a:pt x="137" y="929"/>
                  </a:cubicBezTo>
                  <a:cubicBezTo>
                    <a:pt x="126" y="952"/>
                    <a:pt x="139" y="946"/>
                    <a:pt x="121" y="951"/>
                  </a:cubicBezTo>
                  <a:cubicBezTo>
                    <a:pt x="106" y="931"/>
                    <a:pt x="105" y="928"/>
                    <a:pt x="100" y="904"/>
                  </a:cubicBezTo>
                  <a:cubicBezTo>
                    <a:pt x="103" y="851"/>
                    <a:pt x="103" y="791"/>
                    <a:pt x="121" y="739"/>
                  </a:cubicBezTo>
                  <a:cubicBezTo>
                    <a:pt x="118" y="733"/>
                    <a:pt x="112" y="727"/>
                    <a:pt x="110" y="720"/>
                  </a:cubicBezTo>
                  <a:cubicBezTo>
                    <a:pt x="108" y="700"/>
                    <a:pt x="116" y="677"/>
                    <a:pt x="134" y="666"/>
                  </a:cubicBezTo>
                  <a:cubicBezTo>
                    <a:pt x="159" y="632"/>
                    <a:pt x="143" y="608"/>
                    <a:pt x="141" y="556"/>
                  </a:cubicBezTo>
                  <a:cubicBezTo>
                    <a:pt x="142" y="540"/>
                    <a:pt x="139" y="523"/>
                    <a:pt x="144" y="508"/>
                  </a:cubicBezTo>
                  <a:cubicBezTo>
                    <a:pt x="146" y="501"/>
                    <a:pt x="158" y="500"/>
                    <a:pt x="165" y="496"/>
                  </a:cubicBezTo>
                  <a:cubicBezTo>
                    <a:pt x="206" y="469"/>
                    <a:pt x="242" y="466"/>
                    <a:pt x="293" y="464"/>
                  </a:cubicBezTo>
                  <a:cubicBezTo>
                    <a:pt x="313" y="435"/>
                    <a:pt x="323" y="384"/>
                    <a:pt x="290" y="363"/>
                  </a:cubicBezTo>
                  <a:cubicBezTo>
                    <a:pt x="263" y="325"/>
                    <a:pt x="309" y="376"/>
                    <a:pt x="278" y="342"/>
                  </a:cubicBezTo>
                  <a:cubicBezTo>
                    <a:pt x="270" y="333"/>
                    <a:pt x="264" y="322"/>
                    <a:pt x="252" y="318"/>
                  </a:cubicBezTo>
                  <a:cubicBezTo>
                    <a:pt x="213" y="306"/>
                    <a:pt x="239" y="312"/>
                    <a:pt x="171" y="309"/>
                  </a:cubicBezTo>
                  <a:cubicBezTo>
                    <a:pt x="165" y="307"/>
                    <a:pt x="155" y="308"/>
                    <a:pt x="151" y="303"/>
                  </a:cubicBezTo>
                  <a:cubicBezTo>
                    <a:pt x="136" y="283"/>
                    <a:pt x="122" y="263"/>
                    <a:pt x="107" y="242"/>
                  </a:cubicBezTo>
                  <a:cubicBezTo>
                    <a:pt x="98" y="230"/>
                    <a:pt x="92" y="216"/>
                    <a:pt x="77" y="211"/>
                  </a:cubicBezTo>
                  <a:cubicBezTo>
                    <a:pt x="75" y="208"/>
                    <a:pt x="75" y="203"/>
                    <a:pt x="73" y="201"/>
                  </a:cubicBezTo>
                  <a:cubicBezTo>
                    <a:pt x="71" y="198"/>
                    <a:pt x="64" y="199"/>
                    <a:pt x="63" y="195"/>
                  </a:cubicBezTo>
                  <a:cubicBezTo>
                    <a:pt x="59" y="175"/>
                    <a:pt x="68" y="163"/>
                    <a:pt x="83" y="154"/>
                  </a:cubicBezTo>
                  <a:cubicBezTo>
                    <a:pt x="95" y="123"/>
                    <a:pt x="95" y="131"/>
                    <a:pt x="87" y="84"/>
                  </a:cubicBezTo>
                  <a:cubicBezTo>
                    <a:pt x="85" y="71"/>
                    <a:pt x="50" y="59"/>
                    <a:pt x="50" y="59"/>
                  </a:cubicBezTo>
                  <a:cubicBezTo>
                    <a:pt x="42" y="47"/>
                    <a:pt x="26" y="39"/>
                    <a:pt x="12" y="31"/>
                  </a:cubicBezTo>
                  <a:cubicBezTo>
                    <a:pt x="5" y="8"/>
                    <a:pt x="0" y="16"/>
                    <a:pt x="16" y="5"/>
                  </a:cubicBezTo>
                  <a:cubicBezTo>
                    <a:pt x="131" y="11"/>
                    <a:pt x="56" y="0"/>
                    <a:pt x="110" y="34"/>
                  </a:cubicBezTo>
                  <a:cubicBezTo>
                    <a:pt x="126" y="56"/>
                    <a:pt x="117" y="48"/>
                    <a:pt x="134" y="59"/>
                  </a:cubicBezTo>
                  <a:cubicBezTo>
                    <a:pt x="142" y="70"/>
                    <a:pt x="146" y="85"/>
                    <a:pt x="157" y="92"/>
                  </a:cubicBezTo>
                  <a:cubicBezTo>
                    <a:pt x="173" y="114"/>
                    <a:pt x="194" y="96"/>
                    <a:pt x="225" y="94"/>
                  </a:cubicBezTo>
                  <a:cubicBezTo>
                    <a:pt x="240" y="84"/>
                    <a:pt x="232" y="77"/>
                    <a:pt x="242" y="65"/>
                  </a:cubicBezTo>
                  <a:cubicBezTo>
                    <a:pt x="249" y="57"/>
                    <a:pt x="273" y="53"/>
                    <a:pt x="273" y="53"/>
                  </a:cubicBezTo>
                  <a:cubicBezTo>
                    <a:pt x="315" y="56"/>
                    <a:pt x="321" y="60"/>
                    <a:pt x="357" y="72"/>
                  </a:cubicBezTo>
                  <a:cubicBezTo>
                    <a:pt x="375" y="77"/>
                    <a:pt x="364" y="73"/>
                    <a:pt x="388" y="88"/>
                  </a:cubicBezTo>
                  <a:cubicBezTo>
                    <a:pt x="391" y="90"/>
                    <a:pt x="398" y="94"/>
                    <a:pt x="398" y="94"/>
                  </a:cubicBezTo>
                  <a:cubicBezTo>
                    <a:pt x="402" y="106"/>
                    <a:pt x="404" y="112"/>
                    <a:pt x="418" y="116"/>
                  </a:cubicBezTo>
                  <a:cubicBezTo>
                    <a:pt x="466" y="104"/>
                    <a:pt x="450" y="143"/>
                    <a:pt x="465" y="167"/>
                  </a:cubicBezTo>
                  <a:cubicBezTo>
                    <a:pt x="470" y="173"/>
                    <a:pt x="496" y="194"/>
                    <a:pt x="503" y="198"/>
                  </a:cubicBezTo>
                  <a:cubicBezTo>
                    <a:pt x="513" y="213"/>
                    <a:pt x="518" y="225"/>
                    <a:pt x="536" y="230"/>
                  </a:cubicBezTo>
                  <a:cubicBezTo>
                    <a:pt x="543" y="228"/>
                    <a:pt x="550" y="226"/>
                    <a:pt x="557" y="224"/>
                  </a:cubicBezTo>
                  <a:cubicBezTo>
                    <a:pt x="560" y="222"/>
                    <a:pt x="567" y="220"/>
                    <a:pt x="567" y="220"/>
                  </a:cubicBezTo>
                  <a:cubicBezTo>
                    <a:pt x="594" y="224"/>
                    <a:pt x="605" y="221"/>
                    <a:pt x="614" y="246"/>
                  </a:cubicBezTo>
                  <a:cubicBezTo>
                    <a:pt x="613" y="303"/>
                    <a:pt x="601" y="346"/>
                    <a:pt x="617" y="394"/>
                  </a:cubicBezTo>
                  <a:cubicBezTo>
                    <a:pt x="614" y="460"/>
                    <a:pt x="605" y="523"/>
                    <a:pt x="597" y="587"/>
                  </a:cubicBezTo>
                  <a:cubicBezTo>
                    <a:pt x="601" y="659"/>
                    <a:pt x="581" y="653"/>
                    <a:pt x="634" y="660"/>
                  </a:cubicBezTo>
                  <a:cubicBezTo>
                    <a:pt x="672" y="672"/>
                    <a:pt x="648" y="666"/>
                    <a:pt x="709" y="669"/>
                  </a:cubicBezTo>
                  <a:cubicBezTo>
                    <a:pt x="748" y="675"/>
                    <a:pt x="770" y="675"/>
                    <a:pt x="813" y="673"/>
                  </a:cubicBezTo>
                  <a:cubicBezTo>
                    <a:pt x="827" y="654"/>
                    <a:pt x="870" y="673"/>
                    <a:pt x="891" y="676"/>
                  </a:cubicBezTo>
                  <a:cubicBezTo>
                    <a:pt x="915" y="674"/>
                    <a:pt x="924" y="675"/>
                    <a:pt x="942" y="663"/>
                  </a:cubicBezTo>
                  <a:cubicBezTo>
                    <a:pt x="968" y="665"/>
                    <a:pt x="982" y="668"/>
                    <a:pt x="1006" y="673"/>
                  </a:cubicBezTo>
                  <a:cubicBezTo>
                    <a:pt x="1025" y="671"/>
                    <a:pt x="1051" y="659"/>
                    <a:pt x="1057" y="676"/>
                  </a:cubicBezTo>
                  <a:cubicBezTo>
                    <a:pt x="1056" y="688"/>
                    <a:pt x="1056" y="701"/>
                    <a:pt x="1053" y="714"/>
                  </a:cubicBezTo>
                  <a:cubicBezTo>
                    <a:pt x="1052" y="720"/>
                    <a:pt x="1047" y="733"/>
                    <a:pt x="1047" y="733"/>
                  </a:cubicBezTo>
                  <a:cubicBezTo>
                    <a:pt x="1043" y="808"/>
                    <a:pt x="1067" y="821"/>
                    <a:pt x="1003" y="821"/>
                  </a:cubicBezTo>
                </a:path>
              </a:pathLst>
            </a:custGeom>
            <a:solidFill>
              <a:schemeClr val="bg1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Freeform 1036"/>
            <p:cNvSpPr>
              <a:spLocks/>
            </p:cNvSpPr>
            <p:nvPr/>
          </p:nvSpPr>
          <p:spPr bwMode="auto">
            <a:xfrm>
              <a:off x="1744" y="4430"/>
              <a:ext cx="1138" cy="689"/>
            </a:xfrm>
            <a:custGeom>
              <a:avLst/>
              <a:gdLst/>
              <a:ahLst/>
              <a:cxnLst>
                <a:cxn ang="0">
                  <a:pos x="929" y="15"/>
                </a:cxn>
                <a:cxn ang="0">
                  <a:pos x="895" y="125"/>
                </a:cxn>
                <a:cxn ang="0">
                  <a:pos x="872" y="195"/>
                </a:cxn>
                <a:cxn ang="0">
                  <a:pos x="861" y="239"/>
                </a:cxn>
                <a:cxn ang="0">
                  <a:pos x="848" y="258"/>
                </a:cxn>
                <a:cxn ang="0">
                  <a:pos x="821" y="349"/>
                </a:cxn>
                <a:cxn ang="0">
                  <a:pos x="794" y="390"/>
                </a:cxn>
                <a:cxn ang="0">
                  <a:pos x="784" y="384"/>
                </a:cxn>
                <a:cxn ang="0">
                  <a:pos x="777" y="365"/>
                </a:cxn>
                <a:cxn ang="0">
                  <a:pos x="757" y="337"/>
                </a:cxn>
                <a:cxn ang="0">
                  <a:pos x="747" y="318"/>
                </a:cxn>
                <a:cxn ang="0">
                  <a:pos x="723" y="321"/>
                </a:cxn>
                <a:cxn ang="0">
                  <a:pos x="696" y="318"/>
                </a:cxn>
                <a:cxn ang="0">
                  <a:pos x="527" y="321"/>
                </a:cxn>
                <a:cxn ang="0">
                  <a:pos x="483" y="324"/>
                </a:cxn>
                <a:cxn ang="0">
                  <a:pos x="429" y="315"/>
                </a:cxn>
                <a:cxn ang="0">
                  <a:pos x="402" y="346"/>
                </a:cxn>
                <a:cxn ang="0">
                  <a:pos x="372" y="419"/>
                </a:cxn>
                <a:cxn ang="0">
                  <a:pos x="328" y="504"/>
                </a:cxn>
                <a:cxn ang="0">
                  <a:pos x="304" y="561"/>
                </a:cxn>
                <a:cxn ang="0">
                  <a:pos x="284" y="526"/>
                </a:cxn>
                <a:cxn ang="0">
                  <a:pos x="257" y="469"/>
                </a:cxn>
                <a:cxn ang="0">
                  <a:pos x="233" y="387"/>
                </a:cxn>
                <a:cxn ang="0">
                  <a:pos x="189" y="375"/>
                </a:cxn>
                <a:cxn ang="0">
                  <a:pos x="81" y="337"/>
                </a:cxn>
                <a:cxn ang="0">
                  <a:pos x="41" y="330"/>
                </a:cxn>
                <a:cxn ang="0">
                  <a:pos x="34" y="312"/>
                </a:cxn>
                <a:cxn ang="0">
                  <a:pos x="24" y="305"/>
                </a:cxn>
                <a:cxn ang="0">
                  <a:pos x="0" y="277"/>
                </a:cxn>
                <a:cxn ang="0">
                  <a:pos x="3" y="251"/>
                </a:cxn>
                <a:cxn ang="0">
                  <a:pos x="14" y="248"/>
                </a:cxn>
                <a:cxn ang="0">
                  <a:pos x="34" y="210"/>
                </a:cxn>
                <a:cxn ang="0">
                  <a:pos x="34" y="113"/>
                </a:cxn>
                <a:cxn ang="0">
                  <a:pos x="47" y="75"/>
                </a:cxn>
                <a:cxn ang="0">
                  <a:pos x="54" y="56"/>
                </a:cxn>
                <a:cxn ang="0">
                  <a:pos x="68" y="15"/>
                </a:cxn>
                <a:cxn ang="0">
                  <a:pos x="108" y="30"/>
                </a:cxn>
                <a:cxn ang="0">
                  <a:pos x="139" y="40"/>
                </a:cxn>
                <a:cxn ang="0">
                  <a:pos x="172" y="37"/>
                </a:cxn>
                <a:cxn ang="0">
                  <a:pos x="186" y="18"/>
                </a:cxn>
                <a:cxn ang="0">
                  <a:pos x="196" y="15"/>
                </a:cxn>
                <a:cxn ang="0">
                  <a:pos x="220" y="18"/>
                </a:cxn>
                <a:cxn ang="0">
                  <a:pos x="240" y="24"/>
                </a:cxn>
                <a:cxn ang="0">
                  <a:pos x="270" y="40"/>
                </a:cxn>
                <a:cxn ang="0">
                  <a:pos x="291" y="46"/>
                </a:cxn>
                <a:cxn ang="0">
                  <a:pos x="358" y="43"/>
                </a:cxn>
                <a:cxn ang="0">
                  <a:pos x="365" y="18"/>
                </a:cxn>
                <a:cxn ang="0">
                  <a:pos x="395" y="2"/>
                </a:cxn>
                <a:cxn ang="0">
                  <a:pos x="420" y="16"/>
                </a:cxn>
                <a:cxn ang="0">
                  <a:pos x="534" y="21"/>
                </a:cxn>
                <a:cxn ang="0">
                  <a:pos x="576" y="25"/>
                </a:cxn>
                <a:cxn ang="0">
                  <a:pos x="612" y="25"/>
                </a:cxn>
                <a:cxn ang="0">
                  <a:pos x="675" y="28"/>
                </a:cxn>
                <a:cxn ang="0">
                  <a:pos x="706" y="21"/>
                </a:cxn>
                <a:cxn ang="0">
                  <a:pos x="824" y="24"/>
                </a:cxn>
                <a:cxn ang="0">
                  <a:pos x="845" y="30"/>
                </a:cxn>
                <a:cxn ang="0">
                  <a:pos x="929" y="15"/>
                </a:cxn>
              </a:cxnLst>
              <a:rect l="0" t="0" r="r" b="b"/>
              <a:pathLst>
                <a:path w="929" h="561">
                  <a:moveTo>
                    <a:pt x="929" y="15"/>
                  </a:moveTo>
                  <a:cubicBezTo>
                    <a:pt x="926" y="42"/>
                    <a:pt x="921" y="108"/>
                    <a:pt x="895" y="125"/>
                  </a:cubicBezTo>
                  <a:cubicBezTo>
                    <a:pt x="891" y="148"/>
                    <a:pt x="886" y="175"/>
                    <a:pt x="872" y="195"/>
                  </a:cubicBezTo>
                  <a:cubicBezTo>
                    <a:pt x="868" y="208"/>
                    <a:pt x="869" y="226"/>
                    <a:pt x="861" y="239"/>
                  </a:cubicBezTo>
                  <a:cubicBezTo>
                    <a:pt x="857" y="245"/>
                    <a:pt x="848" y="258"/>
                    <a:pt x="848" y="258"/>
                  </a:cubicBezTo>
                  <a:cubicBezTo>
                    <a:pt x="841" y="289"/>
                    <a:pt x="832" y="319"/>
                    <a:pt x="821" y="349"/>
                  </a:cubicBezTo>
                  <a:cubicBezTo>
                    <a:pt x="815" y="366"/>
                    <a:pt x="813" y="384"/>
                    <a:pt x="794" y="390"/>
                  </a:cubicBezTo>
                  <a:cubicBezTo>
                    <a:pt x="790" y="388"/>
                    <a:pt x="786" y="387"/>
                    <a:pt x="784" y="384"/>
                  </a:cubicBezTo>
                  <a:cubicBezTo>
                    <a:pt x="780" y="379"/>
                    <a:pt x="781" y="370"/>
                    <a:pt x="777" y="365"/>
                  </a:cubicBezTo>
                  <a:cubicBezTo>
                    <a:pt x="770" y="356"/>
                    <a:pt x="760" y="347"/>
                    <a:pt x="757" y="337"/>
                  </a:cubicBezTo>
                  <a:cubicBezTo>
                    <a:pt x="754" y="332"/>
                    <a:pt x="752" y="321"/>
                    <a:pt x="747" y="318"/>
                  </a:cubicBezTo>
                  <a:cubicBezTo>
                    <a:pt x="738" y="313"/>
                    <a:pt x="733" y="324"/>
                    <a:pt x="723" y="321"/>
                  </a:cubicBezTo>
                  <a:cubicBezTo>
                    <a:pt x="720" y="320"/>
                    <a:pt x="696" y="318"/>
                    <a:pt x="696" y="318"/>
                  </a:cubicBezTo>
                  <a:cubicBezTo>
                    <a:pt x="615" y="320"/>
                    <a:pt x="593" y="313"/>
                    <a:pt x="527" y="321"/>
                  </a:cubicBezTo>
                  <a:cubicBezTo>
                    <a:pt x="510" y="332"/>
                    <a:pt x="502" y="330"/>
                    <a:pt x="483" y="324"/>
                  </a:cubicBezTo>
                  <a:cubicBezTo>
                    <a:pt x="468" y="304"/>
                    <a:pt x="457" y="313"/>
                    <a:pt x="429" y="315"/>
                  </a:cubicBezTo>
                  <a:cubicBezTo>
                    <a:pt x="422" y="340"/>
                    <a:pt x="423" y="333"/>
                    <a:pt x="402" y="346"/>
                  </a:cubicBezTo>
                  <a:cubicBezTo>
                    <a:pt x="386" y="368"/>
                    <a:pt x="382" y="395"/>
                    <a:pt x="372" y="419"/>
                  </a:cubicBezTo>
                  <a:cubicBezTo>
                    <a:pt x="360" y="448"/>
                    <a:pt x="338" y="475"/>
                    <a:pt x="328" y="504"/>
                  </a:cubicBezTo>
                  <a:cubicBezTo>
                    <a:pt x="324" y="523"/>
                    <a:pt x="327" y="554"/>
                    <a:pt x="304" y="561"/>
                  </a:cubicBezTo>
                  <a:cubicBezTo>
                    <a:pt x="297" y="543"/>
                    <a:pt x="300" y="536"/>
                    <a:pt x="284" y="526"/>
                  </a:cubicBezTo>
                  <a:cubicBezTo>
                    <a:pt x="274" y="512"/>
                    <a:pt x="263" y="487"/>
                    <a:pt x="257" y="469"/>
                  </a:cubicBezTo>
                  <a:cubicBezTo>
                    <a:pt x="254" y="456"/>
                    <a:pt x="243" y="400"/>
                    <a:pt x="233" y="387"/>
                  </a:cubicBezTo>
                  <a:cubicBezTo>
                    <a:pt x="224" y="377"/>
                    <a:pt x="200" y="376"/>
                    <a:pt x="189" y="375"/>
                  </a:cubicBezTo>
                  <a:cubicBezTo>
                    <a:pt x="159" y="356"/>
                    <a:pt x="117" y="341"/>
                    <a:pt x="81" y="337"/>
                  </a:cubicBezTo>
                  <a:cubicBezTo>
                    <a:pt x="68" y="333"/>
                    <a:pt x="52" y="338"/>
                    <a:pt x="41" y="330"/>
                  </a:cubicBezTo>
                  <a:cubicBezTo>
                    <a:pt x="35" y="327"/>
                    <a:pt x="36" y="318"/>
                    <a:pt x="34" y="312"/>
                  </a:cubicBezTo>
                  <a:cubicBezTo>
                    <a:pt x="33" y="308"/>
                    <a:pt x="27" y="307"/>
                    <a:pt x="24" y="305"/>
                  </a:cubicBezTo>
                  <a:cubicBezTo>
                    <a:pt x="17" y="295"/>
                    <a:pt x="7" y="287"/>
                    <a:pt x="0" y="277"/>
                  </a:cubicBezTo>
                  <a:cubicBezTo>
                    <a:pt x="1" y="268"/>
                    <a:pt x="0" y="259"/>
                    <a:pt x="3" y="251"/>
                  </a:cubicBezTo>
                  <a:cubicBezTo>
                    <a:pt x="5" y="248"/>
                    <a:pt x="11" y="250"/>
                    <a:pt x="14" y="248"/>
                  </a:cubicBezTo>
                  <a:cubicBezTo>
                    <a:pt x="23" y="240"/>
                    <a:pt x="29" y="222"/>
                    <a:pt x="34" y="210"/>
                  </a:cubicBezTo>
                  <a:cubicBezTo>
                    <a:pt x="32" y="176"/>
                    <a:pt x="27" y="146"/>
                    <a:pt x="34" y="113"/>
                  </a:cubicBezTo>
                  <a:cubicBezTo>
                    <a:pt x="36" y="100"/>
                    <a:pt x="43" y="86"/>
                    <a:pt x="47" y="75"/>
                  </a:cubicBezTo>
                  <a:cubicBezTo>
                    <a:pt x="50" y="68"/>
                    <a:pt x="54" y="56"/>
                    <a:pt x="54" y="56"/>
                  </a:cubicBezTo>
                  <a:cubicBezTo>
                    <a:pt x="55" y="41"/>
                    <a:pt x="52" y="15"/>
                    <a:pt x="68" y="15"/>
                  </a:cubicBezTo>
                  <a:cubicBezTo>
                    <a:pt x="83" y="15"/>
                    <a:pt x="95" y="25"/>
                    <a:pt x="108" y="30"/>
                  </a:cubicBezTo>
                  <a:cubicBezTo>
                    <a:pt x="118" y="35"/>
                    <a:pt x="139" y="40"/>
                    <a:pt x="139" y="40"/>
                  </a:cubicBezTo>
                  <a:cubicBezTo>
                    <a:pt x="150" y="39"/>
                    <a:pt x="162" y="41"/>
                    <a:pt x="172" y="37"/>
                  </a:cubicBezTo>
                  <a:cubicBezTo>
                    <a:pt x="179" y="34"/>
                    <a:pt x="178" y="20"/>
                    <a:pt x="186" y="18"/>
                  </a:cubicBezTo>
                  <a:cubicBezTo>
                    <a:pt x="189" y="17"/>
                    <a:pt x="193" y="16"/>
                    <a:pt x="196" y="15"/>
                  </a:cubicBezTo>
                  <a:cubicBezTo>
                    <a:pt x="204" y="16"/>
                    <a:pt x="212" y="16"/>
                    <a:pt x="220" y="18"/>
                  </a:cubicBezTo>
                  <a:cubicBezTo>
                    <a:pt x="226" y="19"/>
                    <a:pt x="240" y="24"/>
                    <a:pt x="240" y="24"/>
                  </a:cubicBezTo>
                  <a:cubicBezTo>
                    <a:pt x="254" y="38"/>
                    <a:pt x="245" y="33"/>
                    <a:pt x="270" y="40"/>
                  </a:cubicBezTo>
                  <a:cubicBezTo>
                    <a:pt x="277" y="42"/>
                    <a:pt x="291" y="46"/>
                    <a:pt x="291" y="46"/>
                  </a:cubicBezTo>
                  <a:cubicBezTo>
                    <a:pt x="313" y="45"/>
                    <a:pt x="337" y="49"/>
                    <a:pt x="358" y="43"/>
                  </a:cubicBezTo>
                  <a:cubicBezTo>
                    <a:pt x="359" y="43"/>
                    <a:pt x="361" y="21"/>
                    <a:pt x="365" y="18"/>
                  </a:cubicBezTo>
                  <a:cubicBezTo>
                    <a:pt x="376" y="7"/>
                    <a:pt x="383" y="6"/>
                    <a:pt x="395" y="2"/>
                  </a:cubicBezTo>
                  <a:cubicBezTo>
                    <a:pt x="405" y="0"/>
                    <a:pt x="397" y="13"/>
                    <a:pt x="420" y="16"/>
                  </a:cubicBezTo>
                  <a:cubicBezTo>
                    <a:pt x="443" y="19"/>
                    <a:pt x="508" y="19"/>
                    <a:pt x="534" y="21"/>
                  </a:cubicBezTo>
                  <a:cubicBezTo>
                    <a:pt x="545" y="23"/>
                    <a:pt x="564" y="23"/>
                    <a:pt x="576" y="25"/>
                  </a:cubicBezTo>
                  <a:cubicBezTo>
                    <a:pt x="591" y="28"/>
                    <a:pt x="612" y="25"/>
                    <a:pt x="612" y="25"/>
                  </a:cubicBezTo>
                  <a:cubicBezTo>
                    <a:pt x="632" y="24"/>
                    <a:pt x="654" y="31"/>
                    <a:pt x="675" y="28"/>
                  </a:cubicBezTo>
                  <a:cubicBezTo>
                    <a:pt x="685" y="27"/>
                    <a:pt x="706" y="21"/>
                    <a:pt x="706" y="21"/>
                  </a:cubicBezTo>
                  <a:cubicBezTo>
                    <a:pt x="745" y="22"/>
                    <a:pt x="785" y="21"/>
                    <a:pt x="824" y="24"/>
                  </a:cubicBezTo>
                  <a:cubicBezTo>
                    <a:pt x="831" y="24"/>
                    <a:pt x="845" y="30"/>
                    <a:pt x="845" y="30"/>
                  </a:cubicBezTo>
                  <a:cubicBezTo>
                    <a:pt x="885" y="27"/>
                    <a:pt x="895" y="22"/>
                    <a:pt x="929" y="15"/>
                  </a:cubicBezTo>
                  <a:close/>
                </a:path>
              </a:pathLst>
            </a:custGeom>
            <a:solidFill>
              <a:schemeClr val="bg1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reeform 1037"/>
            <p:cNvSpPr>
              <a:spLocks/>
            </p:cNvSpPr>
            <p:nvPr/>
          </p:nvSpPr>
          <p:spPr bwMode="auto">
            <a:xfrm>
              <a:off x="521" y="3263"/>
              <a:ext cx="1466" cy="1910"/>
            </a:xfrm>
            <a:custGeom>
              <a:avLst/>
              <a:gdLst/>
              <a:ahLst/>
              <a:cxnLst>
                <a:cxn ang="0">
                  <a:pos x="960" y="130"/>
                </a:cxn>
                <a:cxn ang="0">
                  <a:pos x="884" y="71"/>
                </a:cxn>
                <a:cxn ang="0">
                  <a:pos x="771" y="7"/>
                </a:cxn>
                <a:cxn ang="0">
                  <a:pos x="694" y="45"/>
                </a:cxn>
                <a:cxn ang="0">
                  <a:pos x="591" y="100"/>
                </a:cxn>
                <a:cxn ang="0">
                  <a:pos x="676" y="261"/>
                </a:cxn>
                <a:cxn ang="0">
                  <a:pos x="721" y="315"/>
                </a:cxn>
                <a:cxn ang="0">
                  <a:pos x="771" y="412"/>
                </a:cxn>
                <a:cxn ang="0">
                  <a:pos x="701" y="450"/>
                </a:cxn>
                <a:cxn ang="0">
                  <a:pos x="518" y="474"/>
                </a:cxn>
                <a:cxn ang="0">
                  <a:pos x="473" y="484"/>
                </a:cxn>
                <a:cxn ang="0">
                  <a:pos x="410" y="535"/>
                </a:cxn>
                <a:cxn ang="0">
                  <a:pos x="307" y="581"/>
                </a:cxn>
                <a:cxn ang="0">
                  <a:pos x="338" y="628"/>
                </a:cxn>
                <a:cxn ang="0">
                  <a:pos x="266" y="615"/>
                </a:cxn>
                <a:cxn ang="0">
                  <a:pos x="158" y="531"/>
                </a:cxn>
                <a:cxn ang="0">
                  <a:pos x="72" y="514"/>
                </a:cxn>
                <a:cxn ang="0">
                  <a:pos x="32" y="594"/>
                </a:cxn>
                <a:cxn ang="0">
                  <a:pos x="59" y="661"/>
                </a:cxn>
                <a:cxn ang="0">
                  <a:pos x="23" y="699"/>
                </a:cxn>
                <a:cxn ang="0">
                  <a:pos x="14" y="767"/>
                </a:cxn>
                <a:cxn ang="0">
                  <a:pos x="0" y="822"/>
                </a:cxn>
                <a:cxn ang="0">
                  <a:pos x="27" y="839"/>
                </a:cxn>
                <a:cxn ang="0">
                  <a:pos x="72" y="915"/>
                </a:cxn>
                <a:cxn ang="0">
                  <a:pos x="90" y="999"/>
                </a:cxn>
                <a:cxn ang="0">
                  <a:pos x="176" y="1159"/>
                </a:cxn>
                <a:cxn ang="0">
                  <a:pos x="230" y="1265"/>
                </a:cxn>
                <a:cxn ang="0">
                  <a:pos x="271" y="1375"/>
                </a:cxn>
                <a:cxn ang="0">
                  <a:pos x="320" y="1518"/>
                </a:cxn>
                <a:cxn ang="0">
                  <a:pos x="455" y="1543"/>
                </a:cxn>
                <a:cxn ang="0">
                  <a:pos x="496" y="1518"/>
                </a:cxn>
                <a:cxn ang="0">
                  <a:pos x="523" y="1455"/>
                </a:cxn>
                <a:cxn ang="0">
                  <a:pos x="591" y="1417"/>
                </a:cxn>
                <a:cxn ang="0">
                  <a:pos x="600" y="1358"/>
                </a:cxn>
                <a:cxn ang="0">
                  <a:pos x="694" y="1303"/>
                </a:cxn>
                <a:cxn ang="0">
                  <a:pos x="762" y="1210"/>
                </a:cxn>
                <a:cxn ang="0">
                  <a:pos x="807" y="1231"/>
                </a:cxn>
                <a:cxn ang="0">
                  <a:pos x="902" y="1261"/>
                </a:cxn>
                <a:cxn ang="0">
                  <a:pos x="1015" y="1261"/>
                </a:cxn>
                <a:cxn ang="0">
                  <a:pos x="1005" y="1197"/>
                </a:cxn>
                <a:cxn ang="0">
                  <a:pos x="1024" y="1159"/>
                </a:cxn>
                <a:cxn ang="0">
                  <a:pos x="1037" y="1121"/>
                </a:cxn>
                <a:cxn ang="0">
                  <a:pos x="996" y="936"/>
                </a:cxn>
                <a:cxn ang="0">
                  <a:pos x="1019" y="822"/>
                </a:cxn>
                <a:cxn ang="0">
                  <a:pos x="1037" y="763"/>
                </a:cxn>
                <a:cxn ang="0">
                  <a:pos x="1177" y="615"/>
                </a:cxn>
                <a:cxn ang="0">
                  <a:pos x="1158" y="514"/>
                </a:cxn>
                <a:cxn ang="0">
                  <a:pos x="1032" y="454"/>
                </a:cxn>
                <a:cxn ang="0">
                  <a:pos x="960" y="358"/>
                </a:cxn>
                <a:cxn ang="0">
                  <a:pos x="969" y="277"/>
                </a:cxn>
                <a:cxn ang="0">
                  <a:pos x="965" y="231"/>
                </a:cxn>
                <a:cxn ang="0">
                  <a:pos x="890" y="159"/>
                </a:cxn>
                <a:cxn ang="0">
                  <a:pos x="947" y="121"/>
                </a:cxn>
              </a:cxnLst>
              <a:rect l="0" t="0" r="r" b="b"/>
              <a:pathLst>
                <a:path w="1196" h="1555">
                  <a:moveTo>
                    <a:pt x="956" y="155"/>
                  </a:moveTo>
                  <a:cubicBezTo>
                    <a:pt x="960" y="149"/>
                    <a:pt x="973" y="138"/>
                    <a:pt x="960" y="130"/>
                  </a:cubicBezTo>
                  <a:cubicBezTo>
                    <a:pt x="953" y="124"/>
                    <a:pt x="933" y="121"/>
                    <a:pt x="933" y="121"/>
                  </a:cubicBezTo>
                  <a:cubicBezTo>
                    <a:pt x="922" y="90"/>
                    <a:pt x="914" y="90"/>
                    <a:pt x="884" y="71"/>
                  </a:cubicBezTo>
                  <a:cubicBezTo>
                    <a:pt x="875" y="65"/>
                    <a:pt x="857" y="54"/>
                    <a:pt x="857" y="54"/>
                  </a:cubicBezTo>
                  <a:cubicBezTo>
                    <a:pt x="825" y="9"/>
                    <a:pt x="832" y="13"/>
                    <a:pt x="771" y="7"/>
                  </a:cubicBezTo>
                  <a:cubicBezTo>
                    <a:pt x="721" y="13"/>
                    <a:pt x="735" y="0"/>
                    <a:pt x="721" y="37"/>
                  </a:cubicBezTo>
                  <a:cubicBezTo>
                    <a:pt x="718" y="45"/>
                    <a:pt x="703" y="42"/>
                    <a:pt x="694" y="45"/>
                  </a:cubicBezTo>
                  <a:cubicBezTo>
                    <a:pt x="675" y="52"/>
                    <a:pt x="656" y="58"/>
                    <a:pt x="636" y="62"/>
                  </a:cubicBezTo>
                  <a:cubicBezTo>
                    <a:pt x="626" y="77"/>
                    <a:pt x="609" y="95"/>
                    <a:pt x="591" y="100"/>
                  </a:cubicBezTo>
                  <a:cubicBezTo>
                    <a:pt x="595" y="114"/>
                    <a:pt x="604" y="124"/>
                    <a:pt x="609" y="138"/>
                  </a:cubicBezTo>
                  <a:cubicBezTo>
                    <a:pt x="613" y="209"/>
                    <a:pt x="603" y="244"/>
                    <a:pt x="676" y="261"/>
                  </a:cubicBezTo>
                  <a:cubicBezTo>
                    <a:pt x="684" y="272"/>
                    <a:pt x="682" y="291"/>
                    <a:pt x="694" y="299"/>
                  </a:cubicBezTo>
                  <a:cubicBezTo>
                    <a:pt x="703" y="304"/>
                    <a:pt x="721" y="315"/>
                    <a:pt x="721" y="315"/>
                  </a:cubicBezTo>
                  <a:cubicBezTo>
                    <a:pt x="732" y="344"/>
                    <a:pt x="744" y="369"/>
                    <a:pt x="776" y="379"/>
                  </a:cubicBezTo>
                  <a:cubicBezTo>
                    <a:pt x="774" y="390"/>
                    <a:pt x="778" y="403"/>
                    <a:pt x="771" y="412"/>
                  </a:cubicBezTo>
                  <a:cubicBezTo>
                    <a:pt x="769" y="416"/>
                    <a:pt x="741" y="424"/>
                    <a:pt x="734" y="426"/>
                  </a:cubicBezTo>
                  <a:cubicBezTo>
                    <a:pt x="722" y="431"/>
                    <a:pt x="713" y="442"/>
                    <a:pt x="701" y="450"/>
                  </a:cubicBezTo>
                  <a:cubicBezTo>
                    <a:pt x="689" y="458"/>
                    <a:pt x="692" y="467"/>
                    <a:pt x="662" y="471"/>
                  </a:cubicBezTo>
                  <a:cubicBezTo>
                    <a:pt x="632" y="475"/>
                    <a:pt x="549" y="474"/>
                    <a:pt x="518" y="474"/>
                  </a:cubicBezTo>
                  <a:cubicBezTo>
                    <a:pt x="506" y="475"/>
                    <a:pt x="489" y="467"/>
                    <a:pt x="478" y="472"/>
                  </a:cubicBezTo>
                  <a:cubicBezTo>
                    <a:pt x="473" y="474"/>
                    <a:pt x="477" y="481"/>
                    <a:pt x="473" y="484"/>
                  </a:cubicBezTo>
                  <a:cubicBezTo>
                    <a:pt x="466" y="492"/>
                    <a:pt x="452" y="505"/>
                    <a:pt x="443" y="510"/>
                  </a:cubicBezTo>
                  <a:cubicBezTo>
                    <a:pt x="440" y="522"/>
                    <a:pt x="428" y="526"/>
                    <a:pt x="410" y="535"/>
                  </a:cubicBezTo>
                  <a:cubicBezTo>
                    <a:pt x="392" y="543"/>
                    <a:pt x="355" y="542"/>
                    <a:pt x="343" y="543"/>
                  </a:cubicBezTo>
                  <a:cubicBezTo>
                    <a:pt x="312" y="572"/>
                    <a:pt x="322" y="559"/>
                    <a:pt x="307" y="581"/>
                  </a:cubicBezTo>
                  <a:cubicBezTo>
                    <a:pt x="319" y="589"/>
                    <a:pt x="322" y="589"/>
                    <a:pt x="329" y="602"/>
                  </a:cubicBezTo>
                  <a:cubicBezTo>
                    <a:pt x="333" y="611"/>
                    <a:pt x="338" y="628"/>
                    <a:pt x="338" y="628"/>
                  </a:cubicBezTo>
                  <a:cubicBezTo>
                    <a:pt x="337" y="632"/>
                    <a:pt x="338" y="639"/>
                    <a:pt x="334" y="640"/>
                  </a:cubicBezTo>
                  <a:cubicBezTo>
                    <a:pt x="322" y="641"/>
                    <a:pt x="278" y="623"/>
                    <a:pt x="266" y="615"/>
                  </a:cubicBezTo>
                  <a:cubicBezTo>
                    <a:pt x="241" y="581"/>
                    <a:pt x="241" y="590"/>
                    <a:pt x="207" y="569"/>
                  </a:cubicBezTo>
                  <a:cubicBezTo>
                    <a:pt x="191" y="544"/>
                    <a:pt x="188" y="537"/>
                    <a:pt x="158" y="531"/>
                  </a:cubicBezTo>
                  <a:cubicBezTo>
                    <a:pt x="143" y="527"/>
                    <a:pt x="113" y="522"/>
                    <a:pt x="113" y="522"/>
                  </a:cubicBezTo>
                  <a:cubicBezTo>
                    <a:pt x="97" y="512"/>
                    <a:pt x="91" y="507"/>
                    <a:pt x="72" y="514"/>
                  </a:cubicBezTo>
                  <a:cubicBezTo>
                    <a:pt x="64" y="536"/>
                    <a:pt x="79" y="544"/>
                    <a:pt x="54" y="560"/>
                  </a:cubicBezTo>
                  <a:cubicBezTo>
                    <a:pt x="48" y="576"/>
                    <a:pt x="37" y="578"/>
                    <a:pt x="32" y="594"/>
                  </a:cubicBezTo>
                  <a:cubicBezTo>
                    <a:pt x="37" y="610"/>
                    <a:pt x="48" y="612"/>
                    <a:pt x="54" y="628"/>
                  </a:cubicBezTo>
                  <a:cubicBezTo>
                    <a:pt x="55" y="639"/>
                    <a:pt x="56" y="650"/>
                    <a:pt x="59" y="661"/>
                  </a:cubicBezTo>
                  <a:cubicBezTo>
                    <a:pt x="60" y="666"/>
                    <a:pt x="65" y="671"/>
                    <a:pt x="63" y="674"/>
                  </a:cubicBezTo>
                  <a:cubicBezTo>
                    <a:pt x="63" y="674"/>
                    <a:pt x="29" y="695"/>
                    <a:pt x="23" y="699"/>
                  </a:cubicBezTo>
                  <a:cubicBezTo>
                    <a:pt x="18" y="703"/>
                    <a:pt x="9" y="708"/>
                    <a:pt x="9" y="708"/>
                  </a:cubicBezTo>
                  <a:cubicBezTo>
                    <a:pt x="2" y="727"/>
                    <a:pt x="11" y="747"/>
                    <a:pt x="14" y="767"/>
                  </a:cubicBezTo>
                  <a:cubicBezTo>
                    <a:pt x="12" y="776"/>
                    <a:pt x="11" y="787"/>
                    <a:pt x="9" y="796"/>
                  </a:cubicBezTo>
                  <a:cubicBezTo>
                    <a:pt x="7" y="805"/>
                    <a:pt x="0" y="822"/>
                    <a:pt x="0" y="822"/>
                  </a:cubicBezTo>
                  <a:cubicBezTo>
                    <a:pt x="5" y="826"/>
                    <a:pt x="8" y="831"/>
                    <a:pt x="14" y="834"/>
                  </a:cubicBezTo>
                  <a:cubicBezTo>
                    <a:pt x="18" y="837"/>
                    <a:pt x="24" y="836"/>
                    <a:pt x="27" y="839"/>
                  </a:cubicBezTo>
                  <a:cubicBezTo>
                    <a:pt x="42" y="857"/>
                    <a:pt x="23" y="860"/>
                    <a:pt x="50" y="877"/>
                  </a:cubicBezTo>
                  <a:cubicBezTo>
                    <a:pt x="70" y="906"/>
                    <a:pt x="64" y="892"/>
                    <a:pt x="72" y="915"/>
                  </a:cubicBezTo>
                  <a:cubicBezTo>
                    <a:pt x="68" y="935"/>
                    <a:pt x="62" y="959"/>
                    <a:pt x="41" y="965"/>
                  </a:cubicBezTo>
                  <a:cubicBezTo>
                    <a:pt x="50" y="998"/>
                    <a:pt x="52" y="995"/>
                    <a:pt x="90" y="999"/>
                  </a:cubicBezTo>
                  <a:cubicBezTo>
                    <a:pt x="113" y="1020"/>
                    <a:pt x="113" y="1054"/>
                    <a:pt x="140" y="1071"/>
                  </a:cubicBezTo>
                  <a:cubicBezTo>
                    <a:pt x="159" y="1097"/>
                    <a:pt x="162" y="1131"/>
                    <a:pt x="176" y="1159"/>
                  </a:cubicBezTo>
                  <a:cubicBezTo>
                    <a:pt x="186" y="1182"/>
                    <a:pt x="183" y="1207"/>
                    <a:pt x="207" y="1214"/>
                  </a:cubicBezTo>
                  <a:cubicBezTo>
                    <a:pt x="220" y="1231"/>
                    <a:pt x="218" y="1248"/>
                    <a:pt x="230" y="1265"/>
                  </a:cubicBezTo>
                  <a:cubicBezTo>
                    <a:pt x="234" y="1309"/>
                    <a:pt x="239" y="1312"/>
                    <a:pt x="253" y="1349"/>
                  </a:cubicBezTo>
                  <a:cubicBezTo>
                    <a:pt x="256" y="1359"/>
                    <a:pt x="265" y="1366"/>
                    <a:pt x="271" y="1375"/>
                  </a:cubicBezTo>
                  <a:cubicBezTo>
                    <a:pt x="274" y="1379"/>
                    <a:pt x="280" y="1387"/>
                    <a:pt x="280" y="1387"/>
                  </a:cubicBezTo>
                  <a:cubicBezTo>
                    <a:pt x="282" y="1436"/>
                    <a:pt x="263" y="1500"/>
                    <a:pt x="320" y="1518"/>
                  </a:cubicBezTo>
                  <a:cubicBezTo>
                    <a:pt x="346" y="1555"/>
                    <a:pt x="349" y="1543"/>
                    <a:pt x="410" y="1548"/>
                  </a:cubicBezTo>
                  <a:cubicBezTo>
                    <a:pt x="425" y="1547"/>
                    <a:pt x="441" y="1549"/>
                    <a:pt x="455" y="1543"/>
                  </a:cubicBezTo>
                  <a:cubicBezTo>
                    <a:pt x="460" y="1542"/>
                    <a:pt x="457" y="1534"/>
                    <a:pt x="460" y="1531"/>
                  </a:cubicBezTo>
                  <a:cubicBezTo>
                    <a:pt x="469" y="1520"/>
                    <a:pt x="484" y="1520"/>
                    <a:pt x="496" y="1518"/>
                  </a:cubicBezTo>
                  <a:cubicBezTo>
                    <a:pt x="503" y="1500"/>
                    <a:pt x="512" y="1486"/>
                    <a:pt x="519" y="1467"/>
                  </a:cubicBezTo>
                  <a:cubicBezTo>
                    <a:pt x="520" y="1463"/>
                    <a:pt x="519" y="1457"/>
                    <a:pt x="523" y="1455"/>
                  </a:cubicBezTo>
                  <a:cubicBezTo>
                    <a:pt x="532" y="1450"/>
                    <a:pt x="550" y="1438"/>
                    <a:pt x="550" y="1438"/>
                  </a:cubicBezTo>
                  <a:cubicBezTo>
                    <a:pt x="557" y="1418"/>
                    <a:pt x="569" y="1421"/>
                    <a:pt x="591" y="1417"/>
                  </a:cubicBezTo>
                  <a:cubicBezTo>
                    <a:pt x="592" y="1413"/>
                    <a:pt x="594" y="1408"/>
                    <a:pt x="595" y="1404"/>
                  </a:cubicBezTo>
                  <a:cubicBezTo>
                    <a:pt x="597" y="1388"/>
                    <a:pt x="596" y="1372"/>
                    <a:pt x="600" y="1358"/>
                  </a:cubicBezTo>
                  <a:cubicBezTo>
                    <a:pt x="605" y="1336"/>
                    <a:pt x="640" y="1331"/>
                    <a:pt x="658" y="1328"/>
                  </a:cubicBezTo>
                  <a:cubicBezTo>
                    <a:pt x="668" y="1313"/>
                    <a:pt x="676" y="1308"/>
                    <a:pt x="694" y="1303"/>
                  </a:cubicBezTo>
                  <a:cubicBezTo>
                    <a:pt x="700" y="1280"/>
                    <a:pt x="707" y="1279"/>
                    <a:pt x="730" y="1273"/>
                  </a:cubicBezTo>
                  <a:cubicBezTo>
                    <a:pt x="756" y="1258"/>
                    <a:pt x="758" y="1237"/>
                    <a:pt x="762" y="1210"/>
                  </a:cubicBezTo>
                  <a:cubicBezTo>
                    <a:pt x="763" y="1210"/>
                    <a:pt x="794" y="1215"/>
                    <a:pt x="798" y="1218"/>
                  </a:cubicBezTo>
                  <a:cubicBezTo>
                    <a:pt x="803" y="1222"/>
                    <a:pt x="803" y="1229"/>
                    <a:pt x="807" y="1231"/>
                  </a:cubicBezTo>
                  <a:cubicBezTo>
                    <a:pt x="818" y="1235"/>
                    <a:pt x="831" y="1234"/>
                    <a:pt x="843" y="1235"/>
                  </a:cubicBezTo>
                  <a:cubicBezTo>
                    <a:pt x="868" y="1251"/>
                    <a:pt x="875" y="1254"/>
                    <a:pt x="902" y="1261"/>
                  </a:cubicBezTo>
                  <a:cubicBezTo>
                    <a:pt x="914" y="1268"/>
                    <a:pt x="942" y="1278"/>
                    <a:pt x="942" y="1278"/>
                  </a:cubicBezTo>
                  <a:cubicBezTo>
                    <a:pt x="943" y="1278"/>
                    <a:pt x="1011" y="1288"/>
                    <a:pt x="1015" y="1261"/>
                  </a:cubicBezTo>
                  <a:cubicBezTo>
                    <a:pt x="1017" y="1244"/>
                    <a:pt x="1001" y="1210"/>
                    <a:pt x="1001" y="1210"/>
                  </a:cubicBezTo>
                  <a:cubicBezTo>
                    <a:pt x="1002" y="1206"/>
                    <a:pt x="1002" y="1201"/>
                    <a:pt x="1005" y="1197"/>
                  </a:cubicBezTo>
                  <a:cubicBezTo>
                    <a:pt x="1009" y="1194"/>
                    <a:pt x="1017" y="1197"/>
                    <a:pt x="1019" y="1193"/>
                  </a:cubicBezTo>
                  <a:cubicBezTo>
                    <a:pt x="1024" y="1183"/>
                    <a:pt x="1021" y="1171"/>
                    <a:pt x="1024" y="1159"/>
                  </a:cubicBezTo>
                  <a:cubicBezTo>
                    <a:pt x="1026" y="1151"/>
                    <a:pt x="1029" y="1143"/>
                    <a:pt x="1033" y="1134"/>
                  </a:cubicBezTo>
                  <a:cubicBezTo>
                    <a:pt x="1034" y="1130"/>
                    <a:pt x="1037" y="1121"/>
                    <a:pt x="1037" y="1121"/>
                  </a:cubicBezTo>
                  <a:cubicBezTo>
                    <a:pt x="1030" y="1091"/>
                    <a:pt x="1025" y="1093"/>
                    <a:pt x="992" y="1088"/>
                  </a:cubicBezTo>
                  <a:cubicBezTo>
                    <a:pt x="985" y="1037"/>
                    <a:pt x="980" y="984"/>
                    <a:pt x="996" y="936"/>
                  </a:cubicBezTo>
                  <a:cubicBezTo>
                    <a:pt x="1001" y="909"/>
                    <a:pt x="1001" y="894"/>
                    <a:pt x="992" y="868"/>
                  </a:cubicBezTo>
                  <a:cubicBezTo>
                    <a:pt x="1000" y="818"/>
                    <a:pt x="995" y="855"/>
                    <a:pt x="1019" y="822"/>
                  </a:cubicBezTo>
                  <a:cubicBezTo>
                    <a:pt x="1022" y="810"/>
                    <a:pt x="1025" y="800"/>
                    <a:pt x="1028" y="788"/>
                  </a:cubicBezTo>
                  <a:cubicBezTo>
                    <a:pt x="1030" y="780"/>
                    <a:pt x="1037" y="763"/>
                    <a:pt x="1037" y="763"/>
                  </a:cubicBezTo>
                  <a:cubicBezTo>
                    <a:pt x="1043" y="627"/>
                    <a:pt x="1005" y="653"/>
                    <a:pt x="1086" y="628"/>
                  </a:cubicBezTo>
                  <a:cubicBezTo>
                    <a:pt x="1108" y="606"/>
                    <a:pt x="1146" y="622"/>
                    <a:pt x="1177" y="615"/>
                  </a:cubicBezTo>
                  <a:cubicBezTo>
                    <a:pt x="1185" y="603"/>
                    <a:pt x="1195" y="577"/>
                    <a:pt x="1195" y="577"/>
                  </a:cubicBezTo>
                  <a:cubicBezTo>
                    <a:pt x="1196" y="559"/>
                    <a:pt x="1165" y="529"/>
                    <a:pt x="1158" y="514"/>
                  </a:cubicBezTo>
                  <a:cubicBezTo>
                    <a:pt x="1151" y="499"/>
                    <a:pt x="1175" y="498"/>
                    <a:pt x="1154" y="488"/>
                  </a:cubicBezTo>
                  <a:cubicBezTo>
                    <a:pt x="1125" y="447"/>
                    <a:pt x="1090" y="457"/>
                    <a:pt x="1032" y="454"/>
                  </a:cubicBezTo>
                  <a:cubicBezTo>
                    <a:pt x="1026" y="437"/>
                    <a:pt x="1018" y="427"/>
                    <a:pt x="1001" y="417"/>
                  </a:cubicBezTo>
                  <a:cubicBezTo>
                    <a:pt x="993" y="395"/>
                    <a:pt x="982" y="371"/>
                    <a:pt x="960" y="358"/>
                  </a:cubicBezTo>
                  <a:cubicBezTo>
                    <a:pt x="953" y="334"/>
                    <a:pt x="953" y="342"/>
                    <a:pt x="960" y="303"/>
                  </a:cubicBezTo>
                  <a:cubicBezTo>
                    <a:pt x="963" y="294"/>
                    <a:pt x="966" y="286"/>
                    <a:pt x="969" y="277"/>
                  </a:cubicBezTo>
                  <a:cubicBezTo>
                    <a:pt x="971" y="273"/>
                    <a:pt x="974" y="265"/>
                    <a:pt x="974" y="265"/>
                  </a:cubicBezTo>
                  <a:cubicBezTo>
                    <a:pt x="972" y="253"/>
                    <a:pt x="974" y="239"/>
                    <a:pt x="965" y="231"/>
                  </a:cubicBezTo>
                  <a:cubicBezTo>
                    <a:pt x="957" y="224"/>
                    <a:pt x="938" y="214"/>
                    <a:pt x="938" y="214"/>
                  </a:cubicBezTo>
                  <a:cubicBezTo>
                    <a:pt x="925" y="196"/>
                    <a:pt x="887" y="177"/>
                    <a:pt x="890" y="159"/>
                  </a:cubicBezTo>
                  <a:cubicBezTo>
                    <a:pt x="905" y="154"/>
                    <a:pt x="937" y="155"/>
                    <a:pt x="951" y="151"/>
                  </a:cubicBezTo>
                  <a:cubicBezTo>
                    <a:pt x="963" y="135"/>
                    <a:pt x="960" y="134"/>
                    <a:pt x="947" y="121"/>
                  </a:cubicBezTo>
                </a:path>
              </a:pathLst>
            </a:custGeom>
            <a:solidFill>
              <a:schemeClr val="bg1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1038"/>
            <p:cNvSpPr>
              <a:spLocks/>
            </p:cNvSpPr>
            <p:nvPr/>
          </p:nvSpPr>
          <p:spPr bwMode="auto">
            <a:xfrm>
              <a:off x="1938" y="1676"/>
              <a:ext cx="2767" cy="2635"/>
            </a:xfrm>
            <a:custGeom>
              <a:avLst/>
              <a:gdLst/>
              <a:ahLst/>
              <a:cxnLst>
                <a:cxn ang="0">
                  <a:pos x="954" y="70"/>
                </a:cxn>
                <a:cxn ang="0">
                  <a:pos x="798" y="145"/>
                </a:cxn>
                <a:cxn ang="0">
                  <a:pos x="514" y="310"/>
                </a:cxn>
                <a:cxn ang="0">
                  <a:pos x="251" y="430"/>
                </a:cxn>
                <a:cxn ang="0">
                  <a:pos x="305" y="582"/>
                </a:cxn>
                <a:cxn ang="0">
                  <a:pos x="379" y="734"/>
                </a:cxn>
                <a:cxn ang="0">
                  <a:pos x="14" y="734"/>
                </a:cxn>
                <a:cxn ang="0">
                  <a:pos x="28" y="974"/>
                </a:cxn>
                <a:cxn ang="0">
                  <a:pos x="14" y="1012"/>
                </a:cxn>
                <a:cxn ang="0">
                  <a:pos x="61" y="1069"/>
                </a:cxn>
                <a:cxn ang="0">
                  <a:pos x="155" y="1195"/>
                </a:cxn>
                <a:cxn ang="0">
                  <a:pos x="92" y="1225"/>
                </a:cxn>
                <a:cxn ang="0">
                  <a:pos x="82" y="1265"/>
                </a:cxn>
                <a:cxn ang="0">
                  <a:pos x="129" y="1486"/>
                </a:cxn>
                <a:cxn ang="0">
                  <a:pos x="217" y="1657"/>
                </a:cxn>
                <a:cxn ang="0">
                  <a:pos x="325" y="1796"/>
                </a:cxn>
                <a:cxn ang="0">
                  <a:pos x="325" y="2119"/>
                </a:cxn>
                <a:cxn ang="0">
                  <a:pos x="785" y="2125"/>
                </a:cxn>
                <a:cxn ang="0">
                  <a:pos x="859" y="2043"/>
                </a:cxn>
                <a:cxn ang="0">
                  <a:pos x="899" y="1992"/>
                </a:cxn>
                <a:cxn ang="0">
                  <a:pos x="1183" y="1828"/>
                </a:cxn>
                <a:cxn ang="0">
                  <a:pos x="1433" y="1752"/>
                </a:cxn>
                <a:cxn ang="0">
                  <a:pos x="1812" y="1796"/>
                </a:cxn>
                <a:cxn ang="0">
                  <a:pos x="2021" y="1923"/>
                </a:cxn>
                <a:cxn ang="0">
                  <a:pos x="2076" y="1986"/>
                </a:cxn>
                <a:cxn ang="0">
                  <a:pos x="2062" y="1878"/>
                </a:cxn>
                <a:cxn ang="0">
                  <a:pos x="2062" y="1796"/>
                </a:cxn>
                <a:cxn ang="0">
                  <a:pos x="2170" y="1568"/>
                </a:cxn>
                <a:cxn ang="0">
                  <a:pos x="2258" y="1442"/>
                </a:cxn>
                <a:cxn ang="0">
                  <a:pos x="2103" y="1315"/>
                </a:cxn>
                <a:cxn ang="0">
                  <a:pos x="2015" y="1202"/>
                </a:cxn>
                <a:cxn ang="0">
                  <a:pos x="1947" y="1069"/>
                </a:cxn>
                <a:cxn ang="0">
                  <a:pos x="1967" y="873"/>
                </a:cxn>
                <a:cxn ang="0">
                  <a:pos x="1866" y="892"/>
                </a:cxn>
                <a:cxn ang="0">
                  <a:pos x="1413" y="809"/>
                </a:cxn>
                <a:cxn ang="0">
                  <a:pos x="1332" y="563"/>
                </a:cxn>
                <a:cxn ang="0">
                  <a:pos x="1379" y="487"/>
                </a:cxn>
                <a:cxn ang="0">
                  <a:pos x="1332" y="152"/>
                </a:cxn>
                <a:cxn ang="0">
                  <a:pos x="1271" y="89"/>
                </a:cxn>
                <a:cxn ang="0">
                  <a:pos x="1163" y="57"/>
                </a:cxn>
                <a:cxn ang="0">
                  <a:pos x="1062" y="6"/>
                </a:cxn>
                <a:cxn ang="0">
                  <a:pos x="1001" y="70"/>
                </a:cxn>
              </a:cxnLst>
              <a:rect l="0" t="0" r="r" b="b"/>
              <a:pathLst>
                <a:path w="2258" h="2146">
                  <a:moveTo>
                    <a:pt x="1055" y="25"/>
                  </a:moveTo>
                  <a:cubicBezTo>
                    <a:pt x="1028" y="62"/>
                    <a:pt x="1000" y="63"/>
                    <a:pt x="954" y="70"/>
                  </a:cubicBezTo>
                  <a:cubicBezTo>
                    <a:pt x="932" y="83"/>
                    <a:pt x="923" y="104"/>
                    <a:pt x="899" y="114"/>
                  </a:cubicBezTo>
                  <a:cubicBezTo>
                    <a:pt x="868" y="128"/>
                    <a:pt x="831" y="135"/>
                    <a:pt x="798" y="145"/>
                  </a:cubicBezTo>
                  <a:cubicBezTo>
                    <a:pt x="761" y="157"/>
                    <a:pt x="734" y="197"/>
                    <a:pt x="697" y="209"/>
                  </a:cubicBezTo>
                  <a:cubicBezTo>
                    <a:pt x="626" y="231"/>
                    <a:pt x="575" y="272"/>
                    <a:pt x="514" y="310"/>
                  </a:cubicBezTo>
                  <a:cubicBezTo>
                    <a:pt x="491" y="344"/>
                    <a:pt x="469" y="330"/>
                    <a:pt x="440" y="348"/>
                  </a:cubicBezTo>
                  <a:cubicBezTo>
                    <a:pt x="379" y="386"/>
                    <a:pt x="324" y="421"/>
                    <a:pt x="251" y="430"/>
                  </a:cubicBezTo>
                  <a:cubicBezTo>
                    <a:pt x="311" y="449"/>
                    <a:pt x="249" y="424"/>
                    <a:pt x="278" y="544"/>
                  </a:cubicBezTo>
                  <a:cubicBezTo>
                    <a:pt x="281" y="559"/>
                    <a:pt x="296" y="569"/>
                    <a:pt x="305" y="582"/>
                  </a:cubicBezTo>
                  <a:cubicBezTo>
                    <a:pt x="327" y="613"/>
                    <a:pt x="326" y="657"/>
                    <a:pt x="359" y="677"/>
                  </a:cubicBezTo>
                  <a:cubicBezTo>
                    <a:pt x="365" y="696"/>
                    <a:pt x="372" y="715"/>
                    <a:pt x="379" y="734"/>
                  </a:cubicBezTo>
                  <a:cubicBezTo>
                    <a:pt x="381" y="740"/>
                    <a:pt x="386" y="753"/>
                    <a:pt x="386" y="753"/>
                  </a:cubicBezTo>
                  <a:cubicBezTo>
                    <a:pt x="258" y="813"/>
                    <a:pt x="132" y="770"/>
                    <a:pt x="14" y="734"/>
                  </a:cubicBezTo>
                  <a:cubicBezTo>
                    <a:pt x="28" y="770"/>
                    <a:pt x="30" y="808"/>
                    <a:pt x="34" y="847"/>
                  </a:cubicBezTo>
                  <a:cubicBezTo>
                    <a:pt x="32" y="890"/>
                    <a:pt x="33" y="932"/>
                    <a:pt x="28" y="974"/>
                  </a:cubicBezTo>
                  <a:cubicBezTo>
                    <a:pt x="26" y="998"/>
                    <a:pt x="22" y="979"/>
                    <a:pt x="20" y="985"/>
                  </a:cubicBezTo>
                  <a:cubicBezTo>
                    <a:pt x="18" y="991"/>
                    <a:pt x="16" y="1004"/>
                    <a:pt x="14" y="1012"/>
                  </a:cubicBezTo>
                  <a:cubicBezTo>
                    <a:pt x="14" y="1022"/>
                    <a:pt x="0" y="1024"/>
                    <a:pt x="8" y="1033"/>
                  </a:cubicBezTo>
                  <a:cubicBezTo>
                    <a:pt x="16" y="1042"/>
                    <a:pt x="39" y="1049"/>
                    <a:pt x="61" y="1069"/>
                  </a:cubicBezTo>
                  <a:cubicBezTo>
                    <a:pt x="82" y="1097"/>
                    <a:pt x="106" y="1139"/>
                    <a:pt x="142" y="1151"/>
                  </a:cubicBezTo>
                  <a:cubicBezTo>
                    <a:pt x="155" y="1168"/>
                    <a:pt x="174" y="1173"/>
                    <a:pt x="155" y="1195"/>
                  </a:cubicBezTo>
                  <a:cubicBezTo>
                    <a:pt x="150" y="1201"/>
                    <a:pt x="140" y="1203"/>
                    <a:pt x="134" y="1207"/>
                  </a:cubicBezTo>
                  <a:cubicBezTo>
                    <a:pt x="127" y="1210"/>
                    <a:pt x="99" y="1221"/>
                    <a:pt x="92" y="1225"/>
                  </a:cubicBezTo>
                  <a:cubicBezTo>
                    <a:pt x="88" y="1232"/>
                    <a:pt x="108" y="1247"/>
                    <a:pt x="102" y="1252"/>
                  </a:cubicBezTo>
                  <a:cubicBezTo>
                    <a:pt x="96" y="1257"/>
                    <a:pt x="87" y="1259"/>
                    <a:pt x="82" y="1265"/>
                  </a:cubicBezTo>
                  <a:cubicBezTo>
                    <a:pt x="62" y="1287"/>
                    <a:pt x="76" y="1293"/>
                    <a:pt x="41" y="1315"/>
                  </a:cubicBezTo>
                  <a:cubicBezTo>
                    <a:pt x="22" y="1370"/>
                    <a:pt x="100" y="1444"/>
                    <a:pt x="129" y="1486"/>
                  </a:cubicBezTo>
                  <a:cubicBezTo>
                    <a:pt x="145" y="1509"/>
                    <a:pt x="146" y="1539"/>
                    <a:pt x="163" y="1562"/>
                  </a:cubicBezTo>
                  <a:cubicBezTo>
                    <a:pt x="174" y="1603"/>
                    <a:pt x="178" y="1633"/>
                    <a:pt x="217" y="1657"/>
                  </a:cubicBezTo>
                  <a:cubicBezTo>
                    <a:pt x="245" y="1696"/>
                    <a:pt x="276" y="1684"/>
                    <a:pt x="332" y="1689"/>
                  </a:cubicBezTo>
                  <a:cubicBezTo>
                    <a:pt x="344" y="1724"/>
                    <a:pt x="337" y="1760"/>
                    <a:pt x="325" y="1796"/>
                  </a:cubicBezTo>
                  <a:cubicBezTo>
                    <a:pt x="331" y="1882"/>
                    <a:pt x="328" y="1963"/>
                    <a:pt x="318" y="2049"/>
                  </a:cubicBezTo>
                  <a:cubicBezTo>
                    <a:pt x="320" y="2072"/>
                    <a:pt x="301" y="2112"/>
                    <a:pt x="325" y="2119"/>
                  </a:cubicBezTo>
                  <a:cubicBezTo>
                    <a:pt x="430" y="2146"/>
                    <a:pt x="542" y="2114"/>
                    <a:pt x="649" y="2131"/>
                  </a:cubicBezTo>
                  <a:cubicBezTo>
                    <a:pt x="694" y="2129"/>
                    <a:pt x="742" y="2137"/>
                    <a:pt x="785" y="2125"/>
                  </a:cubicBezTo>
                  <a:cubicBezTo>
                    <a:pt x="840" y="2110"/>
                    <a:pt x="796" y="2089"/>
                    <a:pt x="818" y="2068"/>
                  </a:cubicBezTo>
                  <a:cubicBezTo>
                    <a:pt x="830" y="2057"/>
                    <a:pt x="845" y="2051"/>
                    <a:pt x="859" y="2043"/>
                  </a:cubicBezTo>
                  <a:cubicBezTo>
                    <a:pt x="866" y="2038"/>
                    <a:pt x="879" y="2030"/>
                    <a:pt x="879" y="2030"/>
                  </a:cubicBezTo>
                  <a:cubicBezTo>
                    <a:pt x="884" y="2016"/>
                    <a:pt x="895" y="2006"/>
                    <a:pt x="899" y="1992"/>
                  </a:cubicBezTo>
                  <a:cubicBezTo>
                    <a:pt x="914" y="1948"/>
                    <a:pt x="901" y="1921"/>
                    <a:pt x="940" y="1897"/>
                  </a:cubicBezTo>
                  <a:cubicBezTo>
                    <a:pt x="993" y="1822"/>
                    <a:pt x="1101" y="1832"/>
                    <a:pt x="1183" y="1828"/>
                  </a:cubicBezTo>
                  <a:cubicBezTo>
                    <a:pt x="1228" y="1814"/>
                    <a:pt x="1273" y="1803"/>
                    <a:pt x="1318" y="1790"/>
                  </a:cubicBezTo>
                  <a:cubicBezTo>
                    <a:pt x="1366" y="1775"/>
                    <a:pt x="1380" y="1759"/>
                    <a:pt x="1433" y="1752"/>
                  </a:cubicBezTo>
                  <a:cubicBezTo>
                    <a:pt x="1537" y="1754"/>
                    <a:pt x="1641" y="1754"/>
                    <a:pt x="1744" y="1758"/>
                  </a:cubicBezTo>
                  <a:cubicBezTo>
                    <a:pt x="1779" y="1759"/>
                    <a:pt x="1787" y="1780"/>
                    <a:pt x="1812" y="1796"/>
                  </a:cubicBezTo>
                  <a:cubicBezTo>
                    <a:pt x="1861" y="1827"/>
                    <a:pt x="1923" y="1840"/>
                    <a:pt x="1974" y="1872"/>
                  </a:cubicBezTo>
                  <a:cubicBezTo>
                    <a:pt x="2006" y="1916"/>
                    <a:pt x="1988" y="1901"/>
                    <a:pt x="2021" y="1923"/>
                  </a:cubicBezTo>
                  <a:cubicBezTo>
                    <a:pt x="2029" y="1945"/>
                    <a:pt x="2017" y="1975"/>
                    <a:pt x="2035" y="1992"/>
                  </a:cubicBezTo>
                  <a:cubicBezTo>
                    <a:pt x="2045" y="2002"/>
                    <a:pt x="2062" y="1988"/>
                    <a:pt x="2076" y="1986"/>
                  </a:cubicBezTo>
                  <a:cubicBezTo>
                    <a:pt x="2107" y="1942"/>
                    <a:pt x="2116" y="1956"/>
                    <a:pt x="2082" y="1935"/>
                  </a:cubicBezTo>
                  <a:cubicBezTo>
                    <a:pt x="2081" y="1931"/>
                    <a:pt x="2062" y="1879"/>
                    <a:pt x="2062" y="1878"/>
                  </a:cubicBezTo>
                  <a:cubicBezTo>
                    <a:pt x="2060" y="1872"/>
                    <a:pt x="2055" y="1859"/>
                    <a:pt x="2055" y="1859"/>
                  </a:cubicBezTo>
                  <a:cubicBezTo>
                    <a:pt x="2057" y="1838"/>
                    <a:pt x="2055" y="1816"/>
                    <a:pt x="2062" y="1796"/>
                  </a:cubicBezTo>
                  <a:cubicBezTo>
                    <a:pt x="2072" y="1767"/>
                    <a:pt x="2108" y="1732"/>
                    <a:pt x="2123" y="1701"/>
                  </a:cubicBezTo>
                  <a:cubicBezTo>
                    <a:pt x="2143" y="1659"/>
                    <a:pt x="2154" y="1612"/>
                    <a:pt x="2170" y="1568"/>
                  </a:cubicBezTo>
                  <a:cubicBezTo>
                    <a:pt x="2178" y="1545"/>
                    <a:pt x="2184" y="1505"/>
                    <a:pt x="2197" y="1486"/>
                  </a:cubicBezTo>
                  <a:cubicBezTo>
                    <a:pt x="2212" y="1466"/>
                    <a:pt x="2258" y="1442"/>
                    <a:pt x="2258" y="1442"/>
                  </a:cubicBezTo>
                  <a:cubicBezTo>
                    <a:pt x="2246" y="1408"/>
                    <a:pt x="2228" y="1423"/>
                    <a:pt x="2197" y="1404"/>
                  </a:cubicBezTo>
                  <a:cubicBezTo>
                    <a:pt x="2174" y="1338"/>
                    <a:pt x="2154" y="1348"/>
                    <a:pt x="2103" y="1315"/>
                  </a:cubicBezTo>
                  <a:cubicBezTo>
                    <a:pt x="2078" y="1281"/>
                    <a:pt x="2088" y="1233"/>
                    <a:pt x="2076" y="1214"/>
                  </a:cubicBezTo>
                  <a:cubicBezTo>
                    <a:pt x="2064" y="1197"/>
                    <a:pt x="2034" y="1208"/>
                    <a:pt x="2015" y="1202"/>
                  </a:cubicBezTo>
                  <a:cubicBezTo>
                    <a:pt x="1983" y="1172"/>
                    <a:pt x="1974" y="1146"/>
                    <a:pt x="1961" y="1107"/>
                  </a:cubicBezTo>
                  <a:cubicBezTo>
                    <a:pt x="1956" y="1094"/>
                    <a:pt x="1952" y="1081"/>
                    <a:pt x="1947" y="1069"/>
                  </a:cubicBezTo>
                  <a:cubicBezTo>
                    <a:pt x="1945" y="1062"/>
                    <a:pt x="1940" y="1050"/>
                    <a:pt x="1940" y="1050"/>
                  </a:cubicBezTo>
                  <a:cubicBezTo>
                    <a:pt x="1945" y="975"/>
                    <a:pt x="1950" y="937"/>
                    <a:pt x="1967" y="873"/>
                  </a:cubicBezTo>
                  <a:cubicBezTo>
                    <a:pt x="1943" y="857"/>
                    <a:pt x="1944" y="852"/>
                    <a:pt x="1907" y="866"/>
                  </a:cubicBezTo>
                  <a:cubicBezTo>
                    <a:pt x="1892" y="873"/>
                    <a:pt x="1866" y="892"/>
                    <a:pt x="1866" y="892"/>
                  </a:cubicBezTo>
                  <a:cubicBezTo>
                    <a:pt x="1690" y="889"/>
                    <a:pt x="1591" y="900"/>
                    <a:pt x="1447" y="866"/>
                  </a:cubicBezTo>
                  <a:cubicBezTo>
                    <a:pt x="1415" y="823"/>
                    <a:pt x="1426" y="843"/>
                    <a:pt x="1413" y="809"/>
                  </a:cubicBezTo>
                  <a:cubicBezTo>
                    <a:pt x="1405" y="705"/>
                    <a:pt x="1402" y="699"/>
                    <a:pt x="1359" y="620"/>
                  </a:cubicBezTo>
                  <a:cubicBezTo>
                    <a:pt x="1326" y="560"/>
                    <a:pt x="1367" y="661"/>
                    <a:pt x="1332" y="563"/>
                  </a:cubicBezTo>
                  <a:cubicBezTo>
                    <a:pt x="1326" y="548"/>
                    <a:pt x="1305" y="525"/>
                    <a:pt x="1305" y="525"/>
                  </a:cubicBezTo>
                  <a:cubicBezTo>
                    <a:pt x="1316" y="492"/>
                    <a:pt x="1347" y="498"/>
                    <a:pt x="1379" y="487"/>
                  </a:cubicBezTo>
                  <a:cubicBezTo>
                    <a:pt x="1413" y="391"/>
                    <a:pt x="1357" y="343"/>
                    <a:pt x="1346" y="259"/>
                  </a:cubicBezTo>
                  <a:cubicBezTo>
                    <a:pt x="1341" y="223"/>
                    <a:pt x="1348" y="184"/>
                    <a:pt x="1332" y="152"/>
                  </a:cubicBezTo>
                  <a:cubicBezTo>
                    <a:pt x="1325" y="137"/>
                    <a:pt x="1287" y="135"/>
                    <a:pt x="1278" y="133"/>
                  </a:cubicBezTo>
                  <a:cubicBezTo>
                    <a:pt x="1276" y="118"/>
                    <a:pt x="1282" y="99"/>
                    <a:pt x="1271" y="89"/>
                  </a:cubicBezTo>
                  <a:cubicBezTo>
                    <a:pt x="1260" y="78"/>
                    <a:pt x="1240" y="85"/>
                    <a:pt x="1224" y="82"/>
                  </a:cubicBezTo>
                  <a:cubicBezTo>
                    <a:pt x="1201" y="78"/>
                    <a:pt x="1184" y="63"/>
                    <a:pt x="1163" y="57"/>
                  </a:cubicBezTo>
                  <a:cubicBezTo>
                    <a:pt x="1130" y="11"/>
                    <a:pt x="1138" y="26"/>
                    <a:pt x="1095" y="0"/>
                  </a:cubicBezTo>
                  <a:cubicBezTo>
                    <a:pt x="1084" y="2"/>
                    <a:pt x="1071" y="0"/>
                    <a:pt x="1062" y="6"/>
                  </a:cubicBezTo>
                  <a:cubicBezTo>
                    <a:pt x="1049" y="16"/>
                    <a:pt x="1044" y="32"/>
                    <a:pt x="1035" y="44"/>
                  </a:cubicBezTo>
                  <a:cubicBezTo>
                    <a:pt x="1027" y="56"/>
                    <a:pt x="1011" y="60"/>
                    <a:pt x="1001" y="70"/>
                  </a:cubicBezTo>
                </a:path>
              </a:pathLst>
            </a:custGeom>
            <a:solidFill>
              <a:schemeClr val="bg1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Freeform 1046"/>
            <p:cNvSpPr>
              <a:spLocks/>
            </p:cNvSpPr>
            <p:nvPr/>
          </p:nvSpPr>
          <p:spPr bwMode="auto">
            <a:xfrm>
              <a:off x="6" y="2373"/>
              <a:ext cx="568" cy="489"/>
            </a:xfrm>
            <a:custGeom>
              <a:avLst/>
              <a:gdLst/>
              <a:ahLst/>
              <a:cxnLst>
                <a:cxn ang="0">
                  <a:pos x="42" y="31"/>
                </a:cxn>
                <a:cxn ang="0">
                  <a:pos x="10" y="51"/>
                </a:cxn>
                <a:cxn ang="0">
                  <a:pos x="32" y="73"/>
                </a:cxn>
                <a:cxn ang="0">
                  <a:pos x="50" y="79"/>
                </a:cxn>
                <a:cxn ang="0">
                  <a:pos x="68" y="123"/>
                </a:cxn>
                <a:cxn ang="0">
                  <a:pos x="62" y="127"/>
                </a:cxn>
                <a:cxn ang="0">
                  <a:pos x="52" y="117"/>
                </a:cxn>
                <a:cxn ang="0">
                  <a:pos x="36" y="115"/>
                </a:cxn>
                <a:cxn ang="0">
                  <a:pos x="18" y="109"/>
                </a:cxn>
                <a:cxn ang="0">
                  <a:pos x="4" y="139"/>
                </a:cxn>
                <a:cxn ang="0">
                  <a:pos x="0" y="151"/>
                </a:cxn>
                <a:cxn ang="0">
                  <a:pos x="42" y="177"/>
                </a:cxn>
                <a:cxn ang="0">
                  <a:pos x="62" y="185"/>
                </a:cxn>
                <a:cxn ang="0">
                  <a:pos x="74" y="189"/>
                </a:cxn>
                <a:cxn ang="0">
                  <a:pos x="92" y="197"/>
                </a:cxn>
                <a:cxn ang="0">
                  <a:pos x="98" y="209"/>
                </a:cxn>
                <a:cxn ang="0">
                  <a:pos x="152" y="229"/>
                </a:cxn>
                <a:cxn ang="0">
                  <a:pos x="174" y="277"/>
                </a:cxn>
                <a:cxn ang="0">
                  <a:pos x="200" y="273"/>
                </a:cxn>
                <a:cxn ang="0">
                  <a:pos x="232" y="271"/>
                </a:cxn>
                <a:cxn ang="0">
                  <a:pos x="244" y="255"/>
                </a:cxn>
                <a:cxn ang="0">
                  <a:pos x="254" y="257"/>
                </a:cxn>
                <a:cxn ang="0">
                  <a:pos x="258" y="269"/>
                </a:cxn>
                <a:cxn ang="0">
                  <a:pos x="250" y="317"/>
                </a:cxn>
                <a:cxn ang="0">
                  <a:pos x="276" y="377"/>
                </a:cxn>
                <a:cxn ang="0">
                  <a:pos x="304" y="363"/>
                </a:cxn>
                <a:cxn ang="0">
                  <a:pos x="320" y="329"/>
                </a:cxn>
                <a:cxn ang="0">
                  <a:pos x="322" y="317"/>
                </a:cxn>
                <a:cxn ang="0">
                  <a:pos x="346" y="315"/>
                </a:cxn>
                <a:cxn ang="0">
                  <a:pos x="366" y="305"/>
                </a:cxn>
                <a:cxn ang="0">
                  <a:pos x="384" y="283"/>
                </a:cxn>
                <a:cxn ang="0">
                  <a:pos x="300" y="261"/>
                </a:cxn>
                <a:cxn ang="0">
                  <a:pos x="298" y="251"/>
                </a:cxn>
                <a:cxn ang="0">
                  <a:pos x="304" y="247"/>
                </a:cxn>
                <a:cxn ang="0">
                  <a:pos x="324" y="221"/>
                </a:cxn>
                <a:cxn ang="0">
                  <a:pos x="318" y="195"/>
                </a:cxn>
                <a:cxn ang="0">
                  <a:pos x="302" y="181"/>
                </a:cxn>
                <a:cxn ang="0">
                  <a:pos x="272" y="155"/>
                </a:cxn>
                <a:cxn ang="0">
                  <a:pos x="254" y="145"/>
                </a:cxn>
                <a:cxn ang="0">
                  <a:pos x="216" y="107"/>
                </a:cxn>
                <a:cxn ang="0">
                  <a:pos x="186" y="87"/>
                </a:cxn>
                <a:cxn ang="0">
                  <a:pos x="174" y="79"/>
                </a:cxn>
                <a:cxn ang="0">
                  <a:pos x="130" y="45"/>
                </a:cxn>
                <a:cxn ang="0">
                  <a:pos x="92" y="9"/>
                </a:cxn>
                <a:cxn ang="0">
                  <a:pos x="74" y="1"/>
                </a:cxn>
                <a:cxn ang="0">
                  <a:pos x="56" y="5"/>
                </a:cxn>
                <a:cxn ang="0">
                  <a:pos x="48" y="21"/>
                </a:cxn>
                <a:cxn ang="0">
                  <a:pos x="18" y="33"/>
                </a:cxn>
              </a:cxnLst>
              <a:rect l="0" t="0" r="r" b="b"/>
              <a:pathLst>
                <a:path w="412" h="377">
                  <a:moveTo>
                    <a:pt x="42" y="31"/>
                  </a:moveTo>
                  <a:cubicBezTo>
                    <a:pt x="23" y="33"/>
                    <a:pt x="16" y="33"/>
                    <a:pt x="10" y="51"/>
                  </a:cubicBezTo>
                  <a:cubicBezTo>
                    <a:pt x="16" y="68"/>
                    <a:pt x="16" y="63"/>
                    <a:pt x="32" y="73"/>
                  </a:cubicBezTo>
                  <a:cubicBezTo>
                    <a:pt x="37" y="77"/>
                    <a:pt x="50" y="79"/>
                    <a:pt x="50" y="79"/>
                  </a:cubicBezTo>
                  <a:cubicBezTo>
                    <a:pt x="55" y="95"/>
                    <a:pt x="64" y="107"/>
                    <a:pt x="68" y="123"/>
                  </a:cubicBezTo>
                  <a:cubicBezTo>
                    <a:pt x="66" y="124"/>
                    <a:pt x="64" y="127"/>
                    <a:pt x="62" y="127"/>
                  </a:cubicBezTo>
                  <a:cubicBezTo>
                    <a:pt x="57" y="126"/>
                    <a:pt x="57" y="118"/>
                    <a:pt x="52" y="117"/>
                  </a:cubicBezTo>
                  <a:cubicBezTo>
                    <a:pt x="47" y="116"/>
                    <a:pt x="41" y="116"/>
                    <a:pt x="36" y="115"/>
                  </a:cubicBezTo>
                  <a:cubicBezTo>
                    <a:pt x="30" y="113"/>
                    <a:pt x="18" y="109"/>
                    <a:pt x="18" y="109"/>
                  </a:cubicBezTo>
                  <a:cubicBezTo>
                    <a:pt x="8" y="112"/>
                    <a:pt x="7" y="129"/>
                    <a:pt x="4" y="139"/>
                  </a:cubicBezTo>
                  <a:cubicBezTo>
                    <a:pt x="3" y="143"/>
                    <a:pt x="0" y="151"/>
                    <a:pt x="0" y="151"/>
                  </a:cubicBezTo>
                  <a:cubicBezTo>
                    <a:pt x="3" y="191"/>
                    <a:pt x="6" y="181"/>
                    <a:pt x="42" y="177"/>
                  </a:cubicBezTo>
                  <a:cubicBezTo>
                    <a:pt x="55" y="168"/>
                    <a:pt x="51" y="180"/>
                    <a:pt x="62" y="185"/>
                  </a:cubicBezTo>
                  <a:cubicBezTo>
                    <a:pt x="66" y="187"/>
                    <a:pt x="70" y="187"/>
                    <a:pt x="74" y="189"/>
                  </a:cubicBezTo>
                  <a:cubicBezTo>
                    <a:pt x="79" y="193"/>
                    <a:pt x="92" y="197"/>
                    <a:pt x="92" y="197"/>
                  </a:cubicBezTo>
                  <a:cubicBezTo>
                    <a:pt x="93" y="200"/>
                    <a:pt x="95" y="207"/>
                    <a:pt x="98" y="209"/>
                  </a:cubicBezTo>
                  <a:cubicBezTo>
                    <a:pt x="105" y="214"/>
                    <a:pt x="142" y="226"/>
                    <a:pt x="152" y="229"/>
                  </a:cubicBezTo>
                  <a:cubicBezTo>
                    <a:pt x="156" y="258"/>
                    <a:pt x="142" y="272"/>
                    <a:pt x="174" y="277"/>
                  </a:cubicBezTo>
                  <a:cubicBezTo>
                    <a:pt x="190" y="288"/>
                    <a:pt x="193" y="275"/>
                    <a:pt x="200" y="273"/>
                  </a:cubicBezTo>
                  <a:cubicBezTo>
                    <a:pt x="210" y="271"/>
                    <a:pt x="221" y="272"/>
                    <a:pt x="232" y="271"/>
                  </a:cubicBezTo>
                  <a:cubicBezTo>
                    <a:pt x="239" y="266"/>
                    <a:pt x="239" y="262"/>
                    <a:pt x="244" y="255"/>
                  </a:cubicBezTo>
                  <a:cubicBezTo>
                    <a:pt x="247" y="256"/>
                    <a:pt x="252" y="255"/>
                    <a:pt x="254" y="257"/>
                  </a:cubicBezTo>
                  <a:cubicBezTo>
                    <a:pt x="257" y="260"/>
                    <a:pt x="258" y="269"/>
                    <a:pt x="258" y="269"/>
                  </a:cubicBezTo>
                  <a:cubicBezTo>
                    <a:pt x="256" y="310"/>
                    <a:pt x="257" y="295"/>
                    <a:pt x="250" y="317"/>
                  </a:cubicBezTo>
                  <a:cubicBezTo>
                    <a:pt x="247" y="359"/>
                    <a:pt x="240" y="365"/>
                    <a:pt x="276" y="377"/>
                  </a:cubicBezTo>
                  <a:cubicBezTo>
                    <a:pt x="291" y="367"/>
                    <a:pt x="280" y="366"/>
                    <a:pt x="304" y="363"/>
                  </a:cubicBezTo>
                  <a:cubicBezTo>
                    <a:pt x="308" y="352"/>
                    <a:pt x="318" y="343"/>
                    <a:pt x="320" y="329"/>
                  </a:cubicBezTo>
                  <a:cubicBezTo>
                    <a:pt x="321" y="325"/>
                    <a:pt x="318" y="319"/>
                    <a:pt x="322" y="317"/>
                  </a:cubicBezTo>
                  <a:cubicBezTo>
                    <a:pt x="329" y="313"/>
                    <a:pt x="338" y="316"/>
                    <a:pt x="346" y="315"/>
                  </a:cubicBezTo>
                  <a:cubicBezTo>
                    <a:pt x="349" y="305"/>
                    <a:pt x="356" y="307"/>
                    <a:pt x="366" y="305"/>
                  </a:cubicBezTo>
                  <a:cubicBezTo>
                    <a:pt x="369" y="289"/>
                    <a:pt x="368" y="287"/>
                    <a:pt x="384" y="283"/>
                  </a:cubicBezTo>
                  <a:cubicBezTo>
                    <a:pt x="412" y="241"/>
                    <a:pt x="352" y="262"/>
                    <a:pt x="300" y="261"/>
                  </a:cubicBezTo>
                  <a:cubicBezTo>
                    <a:pt x="297" y="251"/>
                    <a:pt x="288" y="256"/>
                    <a:pt x="298" y="251"/>
                  </a:cubicBezTo>
                  <a:cubicBezTo>
                    <a:pt x="300" y="250"/>
                    <a:pt x="302" y="248"/>
                    <a:pt x="304" y="247"/>
                  </a:cubicBezTo>
                  <a:cubicBezTo>
                    <a:pt x="307" y="219"/>
                    <a:pt x="307" y="232"/>
                    <a:pt x="324" y="221"/>
                  </a:cubicBezTo>
                  <a:cubicBezTo>
                    <a:pt x="327" y="211"/>
                    <a:pt x="330" y="199"/>
                    <a:pt x="318" y="195"/>
                  </a:cubicBezTo>
                  <a:cubicBezTo>
                    <a:pt x="311" y="185"/>
                    <a:pt x="315" y="184"/>
                    <a:pt x="302" y="181"/>
                  </a:cubicBezTo>
                  <a:cubicBezTo>
                    <a:pt x="293" y="172"/>
                    <a:pt x="282" y="163"/>
                    <a:pt x="272" y="155"/>
                  </a:cubicBezTo>
                  <a:cubicBezTo>
                    <a:pt x="266" y="150"/>
                    <a:pt x="260" y="150"/>
                    <a:pt x="254" y="145"/>
                  </a:cubicBezTo>
                  <a:cubicBezTo>
                    <a:pt x="243" y="136"/>
                    <a:pt x="229" y="111"/>
                    <a:pt x="216" y="107"/>
                  </a:cubicBezTo>
                  <a:cubicBezTo>
                    <a:pt x="208" y="99"/>
                    <a:pt x="196" y="94"/>
                    <a:pt x="186" y="87"/>
                  </a:cubicBezTo>
                  <a:cubicBezTo>
                    <a:pt x="182" y="84"/>
                    <a:pt x="174" y="79"/>
                    <a:pt x="174" y="79"/>
                  </a:cubicBezTo>
                  <a:cubicBezTo>
                    <a:pt x="163" y="62"/>
                    <a:pt x="149" y="51"/>
                    <a:pt x="130" y="45"/>
                  </a:cubicBezTo>
                  <a:cubicBezTo>
                    <a:pt x="120" y="29"/>
                    <a:pt x="106" y="21"/>
                    <a:pt x="92" y="9"/>
                  </a:cubicBezTo>
                  <a:cubicBezTo>
                    <a:pt x="87" y="5"/>
                    <a:pt x="74" y="1"/>
                    <a:pt x="74" y="1"/>
                  </a:cubicBezTo>
                  <a:cubicBezTo>
                    <a:pt x="68" y="2"/>
                    <a:pt x="59" y="0"/>
                    <a:pt x="56" y="5"/>
                  </a:cubicBezTo>
                  <a:cubicBezTo>
                    <a:pt x="47" y="23"/>
                    <a:pt x="62" y="16"/>
                    <a:pt x="48" y="21"/>
                  </a:cubicBezTo>
                  <a:cubicBezTo>
                    <a:pt x="43" y="28"/>
                    <a:pt x="26" y="33"/>
                    <a:pt x="18" y="33"/>
                  </a:cubicBezTo>
                </a:path>
              </a:pathLst>
            </a:custGeom>
            <a:solidFill>
              <a:schemeClr val="bg1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8" name="Freeform 1040"/>
          <p:cNvSpPr>
            <a:spLocks/>
          </p:cNvSpPr>
          <p:nvPr/>
        </p:nvSpPr>
        <p:spPr bwMode="auto">
          <a:xfrm>
            <a:off x="3403600" y="731838"/>
            <a:ext cx="1423988" cy="3657600"/>
          </a:xfrm>
          <a:custGeom>
            <a:avLst/>
            <a:gdLst/>
            <a:ahLst/>
            <a:cxnLst>
              <a:cxn ang="0">
                <a:pos x="73" y="138"/>
              </a:cxn>
              <a:cxn ang="0">
                <a:pos x="234" y="161"/>
              </a:cxn>
              <a:cxn ang="0">
                <a:pos x="372" y="143"/>
              </a:cxn>
              <a:cxn ang="0">
                <a:pos x="450" y="77"/>
              </a:cxn>
              <a:cxn ang="0">
                <a:pos x="606" y="23"/>
              </a:cxn>
              <a:cxn ang="0">
                <a:pos x="713" y="303"/>
              </a:cxn>
              <a:cxn ang="0">
                <a:pos x="771" y="428"/>
              </a:cxn>
              <a:cxn ang="0">
                <a:pos x="831" y="980"/>
              </a:cxn>
              <a:cxn ang="0">
                <a:pos x="860" y="1345"/>
              </a:cxn>
              <a:cxn ang="0">
                <a:pos x="878" y="1747"/>
              </a:cxn>
              <a:cxn ang="0">
                <a:pos x="825" y="2048"/>
              </a:cxn>
              <a:cxn ang="0">
                <a:pos x="841" y="2131"/>
              </a:cxn>
              <a:cxn ang="0">
                <a:pos x="896" y="2259"/>
              </a:cxn>
              <a:cxn ang="0">
                <a:pos x="494" y="2369"/>
              </a:cxn>
              <a:cxn ang="0">
                <a:pos x="384" y="2460"/>
              </a:cxn>
              <a:cxn ang="0">
                <a:pos x="303" y="2468"/>
              </a:cxn>
              <a:cxn ang="0">
                <a:pos x="201" y="2479"/>
              </a:cxn>
              <a:cxn ang="0">
                <a:pos x="165" y="2306"/>
              </a:cxn>
              <a:cxn ang="0">
                <a:pos x="135" y="2234"/>
              </a:cxn>
              <a:cxn ang="0">
                <a:pos x="93" y="2156"/>
              </a:cxn>
              <a:cxn ang="0">
                <a:pos x="57" y="2114"/>
              </a:cxn>
              <a:cxn ang="0">
                <a:pos x="9" y="2012"/>
              </a:cxn>
              <a:cxn ang="0">
                <a:pos x="33" y="1946"/>
              </a:cxn>
              <a:cxn ang="0">
                <a:pos x="99" y="1892"/>
              </a:cxn>
              <a:cxn ang="0">
                <a:pos x="183" y="1802"/>
              </a:cxn>
              <a:cxn ang="0">
                <a:pos x="128" y="1564"/>
              </a:cxn>
              <a:cxn ang="0">
                <a:pos x="123" y="1514"/>
              </a:cxn>
              <a:cxn ang="0">
                <a:pos x="123" y="1412"/>
              </a:cxn>
              <a:cxn ang="0">
                <a:pos x="55" y="1345"/>
              </a:cxn>
              <a:cxn ang="0">
                <a:pos x="99" y="1256"/>
              </a:cxn>
              <a:cxn ang="0">
                <a:pos x="177" y="1076"/>
              </a:cxn>
              <a:cxn ang="0">
                <a:pos x="171" y="932"/>
              </a:cxn>
              <a:cxn ang="0">
                <a:pos x="189" y="842"/>
              </a:cxn>
              <a:cxn ang="0">
                <a:pos x="189" y="740"/>
              </a:cxn>
              <a:cxn ang="0">
                <a:pos x="213" y="656"/>
              </a:cxn>
              <a:cxn ang="0">
                <a:pos x="246" y="587"/>
              </a:cxn>
              <a:cxn ang="0">
                <a:pos x="264" y="521"/>
              </a:cxn>
              <a:cxn ang="0">
                <a:pos x="204" y="425"/>
              </a:cxn>
              <a:cxn ang="0">
                <a:pos x="92" y="303"/>
              </a:cxn>
              <a:cxn ang="0">
                <a:pos x="54" y="227"/>
              </a:cxn>
              <a:cxn ang="0">
                <a:pos x="24" y="197"/>
              </a:cxn>
              <a:cxn ang="0">
                <a:pos x="37" y="138"/>
              </a:cxn>
            </a:cxnLst>
            <a:rect l="0" t="0" r="r" b="b"/>
            <a:pathLst>
              <a:path w="919" h="2503">
                <a:moveTo>
                  <a:pt x="0" y="156"/>
                </a:moveTo>
                <a:cubicBezTo>
                  <a:pt x="12" y="153"/>
                  <a:pt x="27" y="135"/>
                  <a:pt x="73" y="138"/>
                </a:cubicBezTo>
                <a:cubicBezTo>
                  <a:pt x="90" y="139"/>
                  <a:pt x="69" y="151"/>
                  <a:pt x="96" y="155"/>
                </a:cubicBezTo>
                <a:cubicBezTo>
                  <a:pt x="123" y="159"/>
                  <a:pt x="199" y="155"/>
                  <a:pt x="234" y="161"/>
                </a:cubicBezTo>
                <a:cubicBezTo>
                  <a:pt x="272" y="164"/>
                  <a:pt x="278" y="192"/>
                  <a:pt x="306" y="191"/>
                </a:cubicBezTo>
                <a:cubicBezTo>
                  <a:pt x="329" y="188"/>
                  <a:pt x="353" y="155"/>
                  <a:pt x="372" y="143"/>
                </a:cubicBezTo>
                <a:cubicBezTo>
                  <a:pt x="385" y="138"/>
                  <a:pt x="412" y="129"/>
                  <a:pt x="421" y="120"/>
                </a:cubicBezTo>
                <a:cubicBezTo>
                  <a:pt x="430" y="111"/>
                  <a:pt x="439" y="84"/>
                  <a:pt x="450" y="77"/>
                </a:cubicBezTo>
                <a:cubicBezTo>
                  <a:pt x="480" y="57"/>
                  <a:pt x="549" y="47"/>
                  <a:pt x="549" y="47"/>
                </a:cubicBezTo>
                <a:cubicBezTo>
                  <a:pt x="579" y="53"/>
                  <a:pt x="586" y="0"/>
                  <a:pt x="606" y="23"/>
                </a:cubicBezTo>
                <a:cubicBezTo>
                  <a:pt x="630" y="51"/>
                  <a:pt x="651" y="139"/>
                  <a:pt x="659" y="175"/>
                </a:cubicBezTo>
                <a:cubicBezTo>
                  <a:pt x="670" y="225"/>
                  <a:pt x="690" y="256"/>
                  <a:pt x="713" y="303"/>
                </a:cubicBezTo>
                <a:cubicBezTo>
                  <a:pt x="724" y="326"/>
                  <a:pt x="719" y="354"/>
                  <a:pt x="732" y="376"/>
                </a:cubicBezTo>
                <a:cubicBezTo>
                  <a:pt x="743" y="395"/>
                  <a:pt x="755" y="413"/>
                  <a:pt x="771" y="428"/>
                </a:cubicBezTo>
                <a:cubicBezTo>
                  <a:pt x="792" y="574"/>
                  <a:pt x="781" y="485"/>
                  <a:pt x="825" y="572"/>
                </a:cubicBezTo>
                <a:cubicBezTo>
                  <a:pt x="807" y="716"/>
                  <a:pt x="844" y="800"/>
                  <a:pt x="831" y="980"/>
                </a:cubicBezTo>
                <a:cubicBezTo>
                  <a:pt x="826" y="1095"/>
                  <a:pt x="820" y="1153"/>
                  <a:pt x="825" y="1214"/>
                </a:cubicBezTo>
                <a:cubicBezTo>
                  <a:pt x="830" y="1275"/>
                  <a:pt x="860" y="1278"/>
                  <a:pt x="860" y="1345"/>
                </a:cubicBezTo>
                <a:cubicBezTo>
                  <a:pt x="919" y="1466"/>
                  <a:pt x="869" y="1527"/>
                  <a:pt x="823" y="1619"/>
                </a:cubicBezTo>
                <a:cubicBezTo>
                  <a:pt x="844" y="1704"/>
                  <a:pt x="846" y="1683"/>
                  <a:pt x="878" y="1747"/>
                </a:cubicBezTo>
                <a:cubicBezTo>
                  <a:pt x="860" y="1839"/>
                  <a:pt x="883" y="1881"/>
                  <a:pt x="813" y="1916"/>
                </a:cubicBezTo>
                <a:cubicBezTo>
                  <a:pt x="804" y="1966"/>
                  <a:pt x="823" y="2018"/>
                  <a:pt x="825" y="2048"/>
                </a:cubicBezTo>
                <a:cubicBezTo>
                  <a:pt x="827" y="2078"/>
                  <a:pt x="820" y="2081"/>
                  <a:pt x="823" y="2095"/>
                </a:cubicBezTo>
                <a:cubicBezTo>
                  <a:pt x="825" y="2108"/>
                  <a:pt x="836" y="2119"/>
                  <a:pt x="841" y="2131"/>
                </a:cubicBezTo>
                <a:cubicBezTo>
                  <a:pt x="848" y="2149"/>
                  <a:pt x="852" y="2168"/>
                  <a:pt x="860" y="2186"/>
                </a:cubicBezTo>
                <a:cubicBezTo>
                  <a:pt x="871" y="2211"/>
                  <a:pt x="896" y="2259"/>
                  <a:pt x="896" y="2259"/>
                </a:cubicBezTo>
                <a:cubicBezTo>
                  <a:pt x="783" y="2279"/>
                  <a:pt x="650" y="2264"/>
                  <a:pt x="549" y="2314"/>
                </a:cubicBezTo>
                <a:cubicBezTo>
                  <a:pt x="501" y="2413"/>
                  <a:pt x="567" y="2296"/>
                  <a:pt x="494" y="2369"/>
                </a:cubicBezTo>
                <a:cubicBezTo>
                  <a:pt x="456" y="2407"/>
                  <a:pt x="496" y="2401"/>
                  <a:pt x="457" y="2424"/>
                </a:cubicBezTo>
                <a:cubicBezTo>
                  <a:pt x="434" y="2438"/>
                  <a:pt x="384" y="2460"/>
                  <a:pt x="384" y="2460"/>
                </a:cubicBezTo>
                <a:cubicBezTo>
                  <a:pt x="360" y="2486"/>
                  <a:pt x="333" y="2462"/>
                  <a:pt x="333" y="2462"/>
                </a:cubicBezTo>
                <a:cubicBezTo>
                  <a:pt x="317" y="2471"/>
                  <a:pt x="317" y="2465"/>
                  <a:pt x="303" y="2468"/>
                </a:cubicBezTo>
                <a:cubicBezTo>
                  <a:pt x="289" y="2471"/>
                  <a:pt x="266" y="2478"/>
                  <a:pt x="249" y="2480"/>
                </a:cubicBezTo>
                <a:cubicBezTo>
                  <a:pt x="232" y="2482"/>
                  <a:pt x="212" y="2503"/>
                  <a:pt x="201" y="2479"/>
                </a:cubicBezTo>
                <a:cubicBezTo>
                  <a:pt x="181" y="2452"/>
                  <a:pt x="189" y="2365"/>
                  <a:pt x="183" y="2336"/>
                </a:cubicBezTo>
                <a:cubicBezTo>
                  <a:pt x="177" y="2307"/>
                  <a:pt x="169" y="2322"/>
                  <a:pt x="165" y="2306"/>
                </a:cubicBezTo>
                <a:cubicBezTo>
                  <a:pt x="161" y="2290"/>
                  <a:pt x="164" y="2252"/>
                  <a:pt x="159" y="2240"/>
                </a:cubicBezTo>
                <a:cubicBezTo>
                  <a:pt x="154" y="2228"/>
                  <a:pt x="145" y="2236"/>
                  <a:pt x="135" y="2234"/>
                </a:cubicBezTo>
                <a:cubicBezTo>
                  <a:pt x="125" y="2232"/>
                  <a:pt x="106" y="2241"/>
                  <a:pt x="99" y="2228"/>
                </a:cubicBezTo>
                <a:cubicBezTo>
                  <a:pt x="85" y="2183"/>
                  <a:pt x="100" y="2169"/>
                  <a:pt x="93" y="2156"/>
                </a:cubicBezTo>
                <a:cubicBezTo>
                  <a:pt x="86" y="2143"/>
                  <a:pt x="63" y="2157"/>
                  <a:pt x="57" y="2150"/>
                </a:cubicBezTo>
                <a:cubicBezTo>
                  <a:pt x="45" y="2129"/>
                  <a:pt x="63" y="2130"/>
                  <a:pt x="57" y="2114"/>
                </a:cubicBezTo>
                <a:cubicBezTo>
                  <a:pt x="51" y="2098"/>
                  <a:pt x="29" y="2071"/>
                  <a:pt x="21" y="2054"/>
                </a:cubicBezTo>
                <a:cubicBezTo>
                  <a:pt x="5" y="2035"/>
                  <a:pt x="27" y="2030"/>
                  <a:pt x="9" y="2012"/>
                </a:cubicBezTo>
                <a:cubicBezTo>
                  <a:pt x="0" y="1998"/>
                  <a:pt x="11" y="1993"/>
                  <a:pt x="15" y="1982"/>
                </a:cubicBezTo>
                <a:cubicBezTo>
                  <a:pt x="19" y="1971"/>
                  <a:pt x="24" y="1956"/>
                  <a:pt x="33" y="1946"/>
                </a:cubicBezTo>
                <a:cubicBezTo>
                  <a:pt x="39" y="1940"/>
                  <a:pt x="61" y="1926"/>
                  <a:pt x="69" y="1922"/>
                </a:cubicBezTo>
                <a:cubicBezTo>
                  <a:pt x="75" y="1914"/>
                  <a:pt x="90" y="1904"/>
                  <a:pt x="99" y="1892"/>
                </a:cubicBezTo>
                <a:cubicBezTo>
                  <a:pt x="108" y="1880"/>
                  <a:pt x="109" y="1865"/>
                  <a:pt x="123" y="1850"/>
                </a:cubicBezTo>
                <a:cubicBezTo>
                  <a:pt x="147" y="1826"/>
                  <a:pt x="172" y="1836"/>
                  <a:pt x="183" y="1802"/>
                </a:cubicBezTo>
                <a:cubicBezTo>
                  <a:pt x="177" y="1729"/>
                  <a:pt x="181" y="1654"/>
                  <a:pt x="165" y="1583"/>
                </a:cubicBezTo>
                <a:cubicBezTo>
                  <a:pt x="162" y="1569"/>
                  <a:pt x="132" y="1577"/>
                  <a:pt x="128" y="1564"/>
                </a:cubicBezTo>
                <a:cubicBezTo>
                  <a:pt x="121" y="1554"/>
                  <a:pt x="100" y="1522"/>
                  <a:pt x="99" y="1514"/>
                </a:cubicBezTo>
                <a:cubicBezTo>
                  <a:pt x="98" y="1506"/>
                  <a:pt x="119" y="1521"/>
                  <a:pt x="123" y="1514"/>
                </a:cubicBezTo>
                <a:cubicBezTo>
                  <a:pt x="127" y="1507"/>
                  <a:pt x="123" y="1489"/>
                  <a:pt x="123" y="1472"/>
                </a:cubicBezTo>
                <a:cubicBezTo>
                  <a:pt x="123" y="1455"/>
                  <a:pt x="131" y="1426"/>
                  <a:pt x="123" y="1412"/>
                </a:cubicBezTo>
                <a:cubicBezTo>
                  <a:pt x="115" y="1398"/>
                  <a:pt x="86" y="1399"/>
                  <a:pt x="75" y="1388"/>
                </a:cubicBezTo>
                <a:cubicBezTo>
                  <a:pt x="64" y="1377"/>
                  <a:pt x="58" y="1359"/>
                  <a:pt x="55" y="1345"/>
                </a:cubicBezTo>
                <a:cubicBezTo>
                  <a:pt x="43" y="1302"/>
                  <a:pt x="50" y="1319"/>
                  <a:pt x="57" y="1304"/>
                </a:cubicBezTo>
                <a:cubicBezTo>
                  <a:pt x="64" y="1289"/>
                  <a:pt x="87" y="1271"/>
                  <a:pt x="99" y="1256"/>
                </a:cubicBezTo>
                <a:cubicBezTo>
                  <a:pt x="111" y="1241"/>
                  <a:pt x="115" y="1247"/>
                  <a:pt x="128" y="1217"/>
                </a:cubicBezTo>
                <a:cubicBezTo>
                  <a:pt x="140" y="1168"/>
                  <a:pt x="165" y="1125"/>
                  <a:pt x="177" y="1076"/>
                </a:cubicBezTo>
                <a:cubicBezTo>
                  <a:pt x="183" y="1052"/>
                  <a:pt x="165" y="1004"/>
                  <a:pt x="183" y="998"/>
                </a:cubicBezTo>
                <a:cubicBezTo>
                  <a:pt x="165" y="980"/>
                  <a:pt x="171" y="954"/>
                  <a:pt x="171" y="932"/>
                </a:cubicBezTo>
                <a:cubicBezTo>
                  <a:pt x="171" y="910"/>
                  <a:pt x="180" y="881"/>
                  <a:pt x="183" y="866"/>
                </a:cubicBezTo>
                <a:cubicBezTo>
                  <a:pt x="186" y="851"/>
                  <a:pt x="188" y="861"/>
                  <a:pt x="189" y="842"/>
                </a:cubicBezTo>
                <a:cubicBezTo>
                  <a:pt x="190" y="823"/>
                  <a:pt x="189" y="769"/>
                  <a:pt x="189" y="752"/>
                </a:cubicBezTo>
                <a:cubicBezTo>
                  <a:pt x="189" y="735"/>
                  <a:pt x="189" y="750"/>
                  <a:pt x="189" y="740"/>
                </a:cubicBezTo>
                <a:cubicBezTo>
                  <a:pt x="189" y="730"/>
                  <a:pt x="185" y="706"/>
                  <a:pt x="189" y="692"/>
                </a:cubicBezTo>
                <a:cubicBezTo>
                  <a:pt x="193" y="678"/>
                  <a:pt x="205" y="669"/>
                  <a:pt x="213" y="656"/>
                </a:cubicBezTo>
                <a:cubicBezTo>
                  <a:pt x="221" y="643"/>
                  <a:pt x="232" y="625"/>
                  <a:pt x="237" y="614"/>
                </a:cubicBezTo>
                <a:cubicBezTo>
                  <a:pt x="242" y="603"/>
                  <a:pt x="240" y="595"/>
                  <a:pt x="246" y="587"/>
                </a:cubicBezTo>
                <a:cubicBezTo>
                  <a:pt x="252" y="579"/>
                  <a:pt x="267" y="574"/>
                  <a:pt x="270" y="563"/>
                </a:cubicBezTo>
                <a:cubicBezTo>
                  <a:pt x="276" y="551"/>
                  <a:pt x="264" y="535"/>
                  <a:pt x="264" y="521"/>
                </a:cubicBezTo>
                <a:cubicBezTo>
                  <a:pt x="261" y="500"/>
                  <a:pt x="226" y="489"/>
                  <a:pt x="216" y="473"/>
                </a:cubicBezTo>
                <a:cubicBezTo>
                  <a:pt x="206" y="457"/>
                  <a:pt x="214" y="438"/>
                  <a:pt x="204" y="425"/>
                </a:cubicBezTo>
                <a:cubicBezTo>
                  <a:pt x="194" y="412"/>
                  <a:pt x="175" y="415"/>
                  <a:pt x="156" y="395"/>
                </a:cubicBezTo>
                <a:cubicBezTo>
                  <a:pt x="128" y="337"/>
                  <a:pt x="154" y="323"/>
                  <a:pt x="92" y="303"/>
                </a:cubicBezTo>
                <a:cubicBezTo>
                  <a:pt x="86" y="285"/>
                  <a:pt x="89" y="259"/>
                  <a:pt x="73" y="248"/>
                </a:cubicBezTo>
                <a:cubicBezTo>
                  <a:pt x="57" y="235"/>
                  <a:pt x="60" y="233"/>
                  <a:pt x="54" y="227"/>
                </a:cubicBezTo>
                <a:cubicBezTo>
                  <a:pt x="48" y="221"/>
                  <a:pt x="41" y="220"/>
                  <a:pt x="36" y="215"/>
                </a:cubicBezTo>
                <a:cubicBezTo>
                  <a:pt x="31" y="210"/>
                  <a:pt x="27" y="204"/>
                  <a:pt x="24" y="197"/>
                </a:cubicBezTo>
                <a:cubicBezTo>
                  <a:pt x="29" y="190"/>
                  <a:pt x="13" y="181"/>
                  <a:pt x="19" y="175"/>
                </a:cubicBezTo>
                <a:cubicBezTo>
                  <a:pt x="25" y="163"/>
                  <a:pt x="33" y="151"/>
                  <a:pt x="37" y="138"/>
                </a:cubicBezTo>
              </a:path>
            </a:pathLst>
          </a:custGeom>
          <a:solidFill>
            <a:schemeClr val="bg1">
              <a:lumMod val="85000"/>
              <a:alpha val="50000"/>
            </a:schemeClr>
          </a:solidFill>
          <a:ln w="76200" cap="flat" cmpd="sng">
            <a:solidFill>
              <a:schemeClr val="bg1">
                <a:lumMod val="85000"/>
              </a:schemeClr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9" name="Freeform 1041"/>
          <p:cNvSpPr>
            <a:spLocks/>
          </p:cNvSpPr>
          <p:nvPr/>
        </p:nvSpPr>
        <p:spPr bwMode="auto">
          <a:xfrm>
            <a:off x="3387725" y="2903539"/>
            <a:ext cx="2122488" cy="3248025"/>
          </a:xfrm>
          <a:custGeom>
            <a:avLst/>
            <a:gdLst/>
            <a:ahLst/>
            <a:cxnLst>
              <a:cxn ang="0">
                <a:pos x="822" y="93"/>
              </a:cxn>
              <a:cxn ang="0">
                <a:pos x="872" y="203"/>
              </a:cxn>
              <a:cxn ang="0">
                <a:pos x="883" y="256"/>
              </a:cxn>
              <a:cxn ang="0">
                <a:pos x="853" y="400"/>
              </a:cxn>
              <a:cxn ang="0">
                <a:pos x="840" y="507"/>
              </a:cxn>
              <a:cxn ang="0">
                <a:pos x="853" y="658"/>
              </a:cxn>
              <a:cxn ang="0">
                <a:pos x="936" y="843"/>
              </a:cxn>
              <a:cxn ang="0">
                <a:pos x="985" y="922"/>
              </a:cxn>
              <a:cxn ang="0">
                <a:pos x="1096" y="1083"/>
              </a:cxn>
              <a:cxn ang="0">
                <a:pos x="1147" y="1156"/>
              </a:cxn>
              <a:cxn ang="0">
                <a:pos x="1189" y="1228"/>
              </a:cxn>
              <a:cxn ang="0">
                <a:pos x="1272" y="1323"/>
              </a:cxn>
              <a:cxn ang="0">
                <a:pos x="1357" y="1696"/>
              </a:cxn>
              <a:cxn ang="0">
                <a:pos x="1159" y="1918"/>
              </a:cxn>
              <a:cxn ang="0">
                <a:pos x="1117" y="1900"/>
              </a:cxn>
              <a:cxn ang="0">
                <a:pos x="1060" y="1930"/>
              </a:cxn>
              <a:cxn ang="0">
                <a:pos x="1012" y="1972"/>
              </a:cxn>
              <a:cxn ang="0">
                <a:pos x="928" y="2014"/>
              </a:cxn>
              <a:cxn ang="0">
                <a:pos x="922" y="2098"/>
              </a:cxn>
              <a:cxn ang="0">
                <a:pos x="835" y="2134"/>
              </a:cxn>
              <a:cxn ang="0">
                <a:pos x="787" y="2188"/>
              </a:cxn>
              <a:cxn ang="0">
                <a:pos x="703" y="2212"/>
              </a:cxn>
              <a:cxn ang="0">
                <a:pos x="616" y="2171"/>
              </a:cxn>
              <a:cxn ang="0">
                <a:pos x="571" y="2038"/>
              </a:cxn>
              <a:cxn ang="0">
                <a:pos x="536" y="1931"/>
              </a:cxn>
              <a:cxn ang="0">
                <a:pos x="445" y="1738"/>
              </a:cxn>
              <a:cxn ang="0">
                <a:pos x="367" y="1654"/>
              </a:cxn>
              <a:cxn ang="0">
                <a:pos x="376" y="1563"/>
              </a:cxn>
              <a:cxn ang="0">
                <a:pos x="319" y="1498"/>
              </a:cxn>
              <a:cxn ang="0">
                <a:pos x="331" y="1378"/>
              </a:cxn>
              <a:cxn ang="0">
                <a:pos x="367" y="1354"/>
              </a:cxn>
              <a:cxn ang="0">
                <a:pos x="379" y="1216"/>
              </a:cxn>
              <a:cxn ang="0">
                <a:pos x="337" y="1108"/>
              </a:cxn>
              <a:cxn ang="0">
                <a:pos x="248" y="1051"/>
              </a:cxn>
              <a:cxn ang="0">
                <a:pos x="199" y="934"/>
              </a:cxn>
              <a:cxn ang="0">
                <a:pos x="175" y="820"/>
              </a:cxn>
              <a:cxn ang="0">
                <a:pos x="109" y="736"/>
              </a:cxn>
              <a:cxn ang="0">
                <a:pos x="67" y="670"/>
              </a:cxn>
              <a:cxn ang="0">
                <a:pos x="7" y="532"/>
              </a:cxn>
              <a:cxn ang="0">
                <a:pos x="88" y="427"/>
              </a:cxn>
              <a:cxn ang="0">
                <a:pos x="121" y="364"/>
              </a:cxn>
              <a:cxn ang="0">
                <a:pos x="181" y="316"/>
              </a:cxn>
              <a:cxn ang="0">
                <a:pos x="109" y="64"/>
              </a:cxn>
              <a:cxn ang="0">
                <a:pos x="230" y="9"/>
              </a:cxn>
            </a:cxnLst>
            <a:rect l="0" t="0" r="r" b="b"/>
            <a:pathLst>
              <a:path w="1369" h="2222">
                <a:moveTo>
                  <a:pt x="226" y="9"/>
                </a:moveTo>
                <a:cubicBezTo>
                  <a:pt x="321" y="40"/>
                  <a:pt x="726" y="43"/>
                  <a:pt x="822" y="93"/>
                </a:cubicBezTo>
                <a:cubicBezTo>
                  <a:pt x="862" y="172"/>
                  <a:pt x="865" y="65"/>
                  <a:pt x="841" y="136"/>
                </a:cubicBezTo>
                <a:cubicBezTo>
                  <a:pt x="846" y="157"/>
                  <a:pt x="861" y="184"/>
                  <a:pt x="872" y="203"/>
                </a:cubicBezTo>
                <a:cubicBezTo>
                  <a:pt x="878" y="213"/>
                  <a:pt x="857" y="212"/>
                  <a:pt x="865" y="220"/>
                </a:cubicBezTo>
                <a:cubicBezTo>
                  <a:pt x="873" y="228"/>
                  <a:pt x="878" y="245"/>
                  <a:pt x="883" y="256"/>
                </a:cubicBezTo>
                <a:cubicBezTo>
                  <a:pt x="879" y="276"/>
                  <a:pt x="882" y="316"/>
                  <a:pt x="877" y="340"/>
                </a:cubicBezTo>
                <a:cubicBezTo>
                  <a:pt x="872" y="364"/>
                  <a:pt x="864" y="383"/>
                  <a:pt x="853" y="400"/>
                </a:cubicBezTo>
                <a:cubicBezTo>
                  <a:pt x="842" y="417"/>
                  <a:pt x="813" y="424"/>
                  <a:pt x="811" y="442"/>
                </a:cubicBezTo>
                <a:cubicBezTo>
                  <a:pt x="820" y="516"/>
                  <a:pt x="814" y="446"/>
                  <a:pt x="840" y="507"/>
                </a:cubicBezTo>
                <a:cubicBezTo>
                  <a:pt x="849" y="529"/>
                  <a:pt x="835" y="604"/>
                  <a:pt x="835" y="604"/>
                </a:cubicBezTo>
                <a:cubicBezTo>
                  <a:pt x="843" y="631"/>
                  <a:pt x="848" y="642"/>
                  <a:pt x="853" y="658"/>
                </a:cubicBezTo>
                <a:cubicBezTo>
                  <a:pt x="858" y="674"/>
                  <a:pt x="851" y="669"/>
                  <a:pt x="865" y="700"/>
                </a:cubicBezTo>
                <a:cubicBezTo>
                  <a:pt x="879" y="731"/>
                  <a:pt x="924" y="808"/>
                  <a:pt x="936" y="843"/>
                </a:cubicBezTo>
                <a:cubicBezTo>
                  <a:pt x="945" y="865"/>
                  <a:pt x="926" y="889"/>
                  <a:pt x="937" y="910"/>
                </a:cubicBezTo>
                <a:cubicBezTo>
                  <a:pt x="944" y="928"/>
                  <a:pt x="969" y="912"/>
                  <a:pt x="985" y="922"/>
                </a:cubicBezTo>
                <a:cubicBezTo>
                  <a:pt x="1001" y="932"/>
                  <a:pt x="1014" y="944"/>
                  <a:pt x="1032" y="971"/>
                </a:cubicBezTo>
                <a:cubicBezTo>
                  <a:pt x="1046" y="1029"/>
                  <a:pt x="1044" y="1057"/>
                  <a:pt x="1096" y="1083"/>
                </a:cubicBezTo>
                <a:cubicBezTo>
                  <a:pt x="1109" y="1114"/>
                  <a:pt x="1120" y="1125"/>
                  <a:pt x="1123" y="1138"/>
                </a:cubicBezTo>
                <a:cubicBezTo>
                  <a:pt x="1131" y="1150"/>
                  <a:pt x="1141" y="1149"/>
                  <a:pt x="1147" y="1156"/>
                </a:cubicBezTo>
                <a:cubicBezTo>
                  <a:pt x="1156" y="1170"/>
                  <a:pt x="1144" y="1173"/>
                  <a:pt x="1160" y="1179"/>
                </a:cubicBezTo>
                <a:cubicBezTo>
                  <a:pt x="1171" y="1183"/>
                  <a:pt x="1178" y="1223"/>
                  <a:pt x="1189" y="1228"/>
                </a:cubicBezTo>
                <a:cubicBezTo>
                  <a:pt x="1205" y="1261"/>
                  <a:pt x="1214" y="1281"/>
                  <a:pt x="1240" y="1307"/>
                </a:cubicBezTo>
                <a:cubicBezTo>
                  <a:pt x="1248" y="1315"/>
                  <a:pt x="1262" y="1316"/>
                  <a:pt x="1272" y="1323"/>
                </a:cubicBezTo>
                <a:cubicBezTo>
                  <a:pt x="1342" y="1376"/>
                  <a:pt x="1260" y="1340"/>
                  <a:pt x="1352" y="1371"/>
                </a:cubicBezTo>
                <a:cubicBezTo>
                  <a:pt x="1334" y="1497"/>
                  <a:pt x="1326" y="1571"/>
                  <a:pt x="1357" y="1696"/>
                </a:cubicBezTo>
                <a:cubicBezTo>
                  <a:pt x="1352" y="1717"/>
                  <a:pt x="1369" y="1789"/>
                  <a:pt x="1352" y="1803"/>
                </a:cubicBezTo>
                <a:cubicBezTo>
                  <a:pt x="1320" y="1830"/>
                  <a:pt x="1189" y="1901"/>
                  <a:pt x="1159" y="1918"/>
                </a:cubicBezTo>
                <a:cubicBezTo>
                  <a:pt x="1129" y="1935"/>
                  <a:pt x="1178" y="1909"/>
                  <a:pt x="1171" y="1906"/>
                </a:cubicBezTo>
                <a:cubicBezTo>
                  <a:pt x="1131" y="1923"/>
                  <a:pt x="1132" y="1905"/>
                  <a:pt x="1117" y="1900"/>
                </a:cubicBezTo>
                <a:cubicBezTo>
                  <a:pt x="1102" y="1895"/>
                  <a:pt x="1087" y="1871"/>
                  <a:pt x="1078" y="1876"/>
                </a:cubicBezTo>
                <a:cubicBezTo>
                  <a:pt x="1069" y="1881"/>
                  <a:pt x="1066" y="1919"/>
                  <a:pt x="1060" y="1930"/>
                </a:cubicBezTo>
                <a:cubicBezTo>
                  <a:pt x="1045" y="1932"/>
                  <a:pt x="1050" y="1935"/>
                  <a:pt x="1042" y="1942"/>
                </a:cubicBezTo>
                <a:cubicBezTo>
                  <a:pt x="1034" y="1949"/>
                  <a:pt x="1024" y="1962"/>
                  <a:pt x="1012" y="1972"/>
                </a:cubicBezTo>
                <a:cubicBezTo>
                  <a:pt x="996" y="1989"/>
                  <a:pt x="984" y="1995"/>
                  <a:pt x="970" y="2002"/>
                </a:cubicBezTo>
                <a:cubicBezTo>
                  <a:pt x="956" y="2009"/>
                  <a:pt x="937" y="2005"/>
                  <a:pt x="928" y="2014"/>
                </a:cubicBezTo>
                <a:cubicBezTo>
                  <a:pt x="917" y="2035"/>
                  <a:pt x="924" y="2033"/>
                  <a:pt x="916" y="2056"/>
                </a:cubicBezTo>
                <a:cubicBezTo>
                  <a:pt x="908" y="2070"/>
                  <a:pt x="928" y="2090"/>
                  <a:pt x="922" y="2098"/>
                </a:cubicBezTo>
                <a:cubicBezTo>
                  <a:pt x="916" y="2106"/>
                  <a:pt x="894" y="2098"/>
                  <a:pt x="880" y="2104"/>
                </a:cubicBezTo>
                <a:cubicBezTo>
                  <a:pt x="868" y="2121"/>
                  <a:pt x="846" y="2119"/>
                  <a:pt x="835" y="2134"/>
                </a:cubicBezTo>
                <a:cubicBezTo>
                  <a:pt x="824" y="2149"/>
                  <a:pt x="819" y="2185"/>
                  <a:pt x="811" y="2194"/>
                </a:cubicBezTo>
                <a:cubicBezTo>
                  <a:pt x="800" y="2199"/>
                  <a:pt x="795" y="2180"/>
                  <a:pt x="787" y="2188"/>
                </a:cubicBezTo>
                <a:cubicBezTo>
                  <a:pt x="780" y="2194"/>
                  <a:pt x="762" y="2214"/>
                  <a:pt x="748" y="2218"/>
                </a:cubicBezTo>
                <a:cubicBezTo>
                  <a:pt x="734" y="2222"/>
                  <a:pt x="718" y="2214"/>
                  <a:pt x="703" y="2212"/>
                </a:cubicBezTo>
                <a:cubicBezTo>
                  <a:pt x="667" y="2206"/>
                  <a:pt x="676" y="2213"/>
                  <a:pt x="661" y="2206"/>
                </a:cubicBezTo>
                <a:cubicBezTo>
                  <a:pt x="646" y="2199"/>
                  <a:pt x="627" y="2196"/>
                  <a:pt x="616" y="2171"/>
                </a:cubicBezTo>
                <a:cubicBezTo>
                  <a:pt x="594" y="2152"/>
                  <a:pt x="602" y="2078"/>
                  <a:pt x="595" y="2056"/>
                </a:cubicBezTo>
                <a:cubicBezTo>
                  <a:pt x="588" y="2034"/>
                  <a:pt x="579" y="2049"/>
                  <a:pt x="571" y="2038"/>
                </a:cubicBezTo>
                <a:cubicBezTo>
                  <a:pt x="563" y="2027"/>
                  <a:pt x="553" y="2008"/>
                  <a:pt x="547" y="1990"/>
                </a:cubicBezTo>
                <a:cubicBezTo>
                  <a:pt x="541" y="1972"/>
                  <a:pt x="548" y="1963"/>
                  <a:pt x="536" y="1931"/>
                </a:cubicBezTo>
                <a:cubicBezTo>
                  <a:pt x="514" y="1887"/>
                  <a:pt x="488" y="1848"/>
                  <a:pt x="475" y="1798"/>
                </a:cubicBezTo>
                <a:cubicBezTo>
                  <a:pt x="460" y="1766"/>
                  <a:pt x="456" y="1760"/>
                  <a:pt x="445" y="1738"/>
                </a:cubicBezTo>
                <a:cubicBezTo>
                  <a:pt x="434" y="1716"/>
                  <a:pt x="422" y="1680"/>
                  <a:pt x="409" y="1666"/>
                </a:cubicBezTo>
                <a:cubicBezTo>
                  <a:pt x="396" y="1656"/>
                  <a:pt x="383" y="1659"/>
                  <a:pt x="367" y="1654"/>
                </a:cubicBezTo>
                <a:cubicBezTo>
                  <a:pt x="356" y="1650"/>
                  <a:pt x="384" y="1627"/>
                  <a:pt x="385" y="1612"/>
                </a:cubicBezTo>
                <a:cubicBezTo>
                  <a:pt x="386" y="1597"/>
                  <a:pt x="383" y="1577"/>
                  <a:pt x="376" y="1563"/>
                </a:cubicBezTo>
                <a:cubicBezTo>
                  <a:pt x="371" y="1547"/>
                  <a:pt x="352" y="1539"/>
                  <a:pt x="343" y="1528"/>
                </a:cubicBezTo>
                <a:cubicBezTo>
                  <a:pt x="334" y="1517"/>
                  <a:pt x="320" y="1513"/>
                  <a:pt x="319" y="1498"/>
                </a:cubicBezTo>
                <a:cubicBezTo>
                  <a:pt x="313" y="1477"/>
                  <a:pt x="335" y="1458"/>
                  <a:pt x="337" y="1438"/>
                </a:cubicBezTo>
                <a:cubicBezTo>
                  <a:pt x="339" y="1418"/>
                  <a:pt x="328" y="1391"/>
                  <a:pt x="331" y="1378"/>
                </a:cubicBezTo>
                <a:cubicBezTo>
                  <a:pt x="334" y="1365"/>
                  <a:pt x="349" y="1364"/>
                  <a:pt x="355" y="1360"/>
                </a:cubicBezTo>
                <a:cubicBezTo>
                  <a:pt x="361" y="1356"/>
                  <a:pt x="368" y="1372"/>
                  <a:pt x="367" y="1354"/>
                </a:cubicBezTo>
                <a:cubicBezTo>
                  <a:pt x="373" y="1331"/>
                  <a:pt x="349" y="1252"/>
                  <a:pt x="349" y="1252"/>
                </a:cubicBezTo>
                <a:cubicBezTo>
                  <a:pt x="348" y="1228"/>
                  <a:pt x="375" y="1230"/>
                  <a:pt x="379" y="1216"/>
                </a:cubicBezTo>
                <a:cubicBezTo>
                  <a:pt x="383" y="1202"/>
                  <a:pt x="380" y="1186"/>
                  <a:pt x="373" y="1168"/>
                </a:cubicBezTo>
                <a:cubicBezTo>
                  <a:pt x="369" y="1157"/>
                  <a:pt x="345" y="1116"/>
                  <a:pt x="337" y="1108"/>
                </a:cubicBezTo>
                <a:cubicBezTo>
                  <a:pt x="273" y="1044"/>
                  <a:pt x="381" y="1158"/>
                  <a:pt x="296" y="1115"/>
                </a:cubicBezTo>
                <a:cubicBezTo>
                  <a:pt x="241" y="1006"/>
                  <a:pt x="329" y="1172"/>
                  <a:pt x="248" y="1051"/>
                </a:cubicBezTo>
                <a:cubicBezTo>
                  <a:pt x="235" y="1031"/>
                  <a:pt x="205" y="994"/>
                  <a:pt x="205" y="994"/>
                </a:cubicBezTo>
                <a:cubicBezTo>
                  <a:pt x="199" y="973"/>
                  <a:pt x="200" y="957"/>
                  <a:pt x="199" y="934"/>
                </a:cubicBezTo>
                <a:cubicBezTo>
                  <a:pt x="198" y="911"/>
                  <a:pt x="203" y="875"/>
                  <a:pt x="199" y="856"/>
                </a:cubicBezTo>
                <a:cubicBezTo>
                  <a:pt x="195" y="837"/>
                  <a:pt x="181" y="837"/>
                  <a:pt x="175" y="820"/>
                </a:cubicBezTo>
                <a:cubicBezTo>
                  <a:pt x="169" y="803"/>
                  <a:pt x="174" y="768"/>
                  <a:pt x="163" y="754"/>
                </a:cubicBezTo>
                <a:cubicBezTo>
                  <a:pt x="152" y="740"/>
                  <a:pt x="120" y="744"/>
                  <a:pt x="109" y="736"/>
                </a:cubicBezTo>
                <a:cubicBezTo>
                  <a:pt x="98" y="728"/>
                  <a:pt x="104" y="717"/>
                  <a:pt x="97" y="706"/>
                </a:cubicBezTo>
                <a:cubicBezTo>
                  <a:pt x="90" y="695"/>
                  <a:pt x="72" y="686"/>
                  <a:pt x="67" y="670"/>
                </a:cubicBezTo>
                <a:cubicBezTo>
                  <a:pt x="39" y="603"/>
                  <a:pt x="77" y="633"/>
                  <a:pt x="67" y="610"/>
                </a:cubicBezTo>
                <a:cubicBezTo>
                  <a:pt x="57" y="587"/>
                  <a:pt x="14" y="557"/>
                  <a:pt x="7" y="532"/>
                </a:cubicBezTo>
                <a:cubicBezTo>
                  <a:pt x="0" y="507"/>
                  <a:pt x="12" y="477"/>
                  <a:pt x="25" y="460"/>
                </a:cubicBezTo>
                <a:cubicBezTo>
                  <a:pt x="27" y="455"/>
                  <a:pt x="77" y="436"/>
                  <a:pt x="88" y="427"/>
                </a:cubicBezTo>
                <a:cubicBezTo>
                  <a:pt x="107" y="412"/>
                  <a:pt x="97" y="394"/>
                  <a:pt x="97" y="394"/>
                </a:cubicBezTo>
                <a:cubicBezTo>
                  <a:pt x="108" y="385"/>
                  <a:pt x="107" y="379"/>
                  <a:pt x="121" y="364"/>
                </a:cubicBezTo>
                <a:cubicBezTo>
                  <a:pt x="135" y="349"/>
                  <a:pt x="171" y="312"/>
                  <a:pt x="181" y="304"/>
                </a:cubicBezTo>
                <a:cubicBezTo>
                  <a:pt x="191" y="296"/>
                  <a:pt x="183" y="351"/>
                  <a:pt x="181" y="316"/>
                </a:cubicBezTo>
                <a:cubicBezTo>
                  <a:pt x="179" y="281"/>
                  <a:pt x="181" y="136"/>
                  <a:pt x="169" y="94"/>
                </a:cubicBezTo>
                <a:cubicBezTo>
                  <a:pt x="166" y="82"/>
                  <a:pt x="120" y="69"/>
                  <a:pt x="109" y="64"/>
                </a:cubicBezTo>
                <a:cubicBezTo>
                  <a:pt x="98" y="51"/>
                  <a:pt x="106" y="46"/>
                  <a:pt x="134" y="9"/>
                </a:cubicBezTo>
                <a:cubicBezTo>
                  <a:pt x="154" y="0"/>
                  <a:pt x="194" y="17"/>
                  <a:pt x="230" y="9"/>
                </a:cubicBezTo>
              </a:path>
            </a:pathLst>
          </a:custGeom>
          <a:solidFill>
            <a:srgbClr val="FF0000">
              <a:alpha val="50000"/>
            </a:srgbClr>
          </a:solidFill>
          <a:ln w="38100" cap="flat" cmpd="sng">
            <a:solidFill>
              <a:srgbClr val="FF0066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0" name="Freeform 1042"/>
          <p:cNvSpPr>
            <a:spLocks/>
          </p:cNvSpPr>
          <p:nvPr/>
        </p:nvSpPr>
        <p:spPr bwMode="auto">
          <a:xfrm>
            <a:off x="3910014" y="4070350"/>
            <a:ext cx="3171825" cy="2116138"/>
          </a:xfrm>
          <a:custGeom>
            <a:avLst/>
            <a:gdLst/>
            <a:ahLst/>
            <a:cxnLst>
              <a:cxn ang="0">
                <a:pos x="197" y="493"/>
              </a:cxn>
              <a:cxn ang="0">
                <a:pos x="461" y="388"/>
              </a:cxn>
              <a:cxn ang="0">
                <a:pos x="761" y="292"/>
              </a:cxn>
              <a:cxn ang="0">
                <a:pos x="929" y="16"/>
              </a:cxn>
              <a:cxn ang="0">
                <a:pos x="1013" y="76"/>
              </a:cxn>
              <a:cxn ang="0">
                <a:pos x="1085" y="112"/>
              </a:cxn>
              <a:cxn ang="0">
                <a:pos x="1241" y="100"/>
              </a:cxn>
              <a:cxn ang="0">
                <a:pos x="1325" y="136"/>
              </a:cxn>
              <a:cxn ang="0">
                <a:pos x="1421" y="256"/>
              </a:cxn>
              <a:cxn ang="0">
                <a:pos x="1709" y="316"/>
              </a:cxn>
              <a:cxn ang="0">
                <a:pos x="1817" y="400"/>
              </a:cxn>
              <a:cxn ang="0">
                <a:pos x="1913" y="460"/>
              </a:cxn>
              <a:cxn ang="0">
                <a:pos x="1985" y="496"/>
              </a:cxn>
              <a:cxn ang="0">
                <a:pos x="1985" y="652"/>
              </a:cxn>
              <a:cxn ang="0">
                <a:pos x="1931" y="865"/>
              </a:cxn>
              <a:cxn ang="0">
                <a:pos x="1847" y="1093"/>
              </a:cxn>
              <a:cxn ang="0">
                <a:pos x="1817" y="1219"/>
              </a:cxn>
              <a:cxn ang="0">
                <a:pos x="1727" y="1141"/>
              </a:cxn>
              <a:cxn ang="0">
                <a:pos x="1541" y="1144"/>
              </a:cxn>
              <a:cxn ang="0">
                <a:pos x="1409" y="1183"/>
              </a:cxn>
              <a:cxn ang="0">
                <a:pos x="1361" y="1249"/>
              </a:cxn>
              <a:cxn ang="0">
                <a:pos x="1307" y="1387"/>
              </a:cxn>
              <a:cxn ang="0">
                <a:pos x="1259" y="1303"/>
              </a:cxn>
              <a:cxn ang="0">
                <a:pos x="1235" y="1207"/>
              </a:cxn>
              <a:cxn ang="0">
                <a:pos x="1025" y="1147"/>
              </a:cxn>
              <a:cxn ang="0">
                <a:pos x="821" y="1120"/>
              </a:cxn>
              <a:cxn ang="0">
                <a:pos x="761" y="1111"/>
              </a:cxn>
              <a:cxn ang="0">
                <a:pos x="713" y="1168"/>
              </a:cxn>
              <a:cxn ang="0">
                <a:pos x="641" y="1204"/>
              </a:cxn>
              <a:cxn ang="0">
                <a:pos x="605" y="1300"/>
              </a:cxn>
              <a:cxn ang="0">
                <a:pos x="539" y="1327"/>
              </a:cxn>
              <a:cxn ang="0">
                <a:pos x="455" y="1399"/>
              </a:cxn>
              <a:cxn ang="0">
                <a:pos x="323" y="1399"/>
              </a:cxn>
              <a:cxn ang="0">
                <a:pos x="281" y="1285"/>
              </a:cxn>
              <a:cxn ang="0">
                <a:pos x="203" y="1099"/>
              </a:cxn>
              <a:cxn ang="0">
                <a:pos x="161" y="1021"/>
              </a:cxn>
              <a:cxn ang="0">
                <a:pos x="125" y="916"/>
              </a:cxn>
              <a:cxn ang="0">
                <a:pos x="83" y="871"/>
              </a:cxn>
              <a:cxn ang="0">
                <a:pos x="65" y="823"/>
              </a:cxn>
              <a:cxn ang="0">
                <a:pos x="35" y="727"/>
              </a:cxn>
              <a:cxn ang="0">
                <a:pos x="29" y="631"/>
              </a:cxn>
              <a:cxn ang="0">
                <a:pos x="59" y="565"/>
              </a:cxn>
              <a:cxn ang="0">
                <a:pos x="119" y="499"/>
              </a:cxn>
            </a:cxnLst>
            <a:rect l="0" t="0" r="r" b="b"/>
            <a:pathLst>
              <a:path w="2045" h="1447">
                <a:moveTo>
                  <a:pt x="101" y="508"/>
                </a:moveTo>
                <a:cubicBezTo>
                  <a:pt x="110" y="501"/>
                  <a:pt x="192" y="495"/>
                  <a:pt x="197" y="493"/>
                </a:cubicBezTo>
                <a:cubicBezTo>
                  <a:pt x="240" y="479"/>
                  <a:pt x="272" y="474"/>
                  <a:pt x="317" y="463"/>
                </a:cubicBezTo>
                <a:cubicBezTo>
                  <a:pt x="343" y="411"/>
                  <a:pt x="409" y="401"/>
                  <a:pt x="461" y="388"/>
                </a:cubicBezTo>
                <a:cubicBezTo>
                  <a:pt x="503" y="305"/>
                  <a:pt x="598" y="342"/>
                  <a:pt x="665" y="337"/>
                </a:cubicBezTo>
                <a:cubicBezTo>
                  <a:pt x="681" y="329"/>
                  <a:pt x="753" y="308"/>
                  <a:pt x="761" y="292"/>
                </a:cubicBezTo>
                <a:cubicBezTo>
                  <a:pt x="789" y="236"/>
                  <a:pt x="817" y="180"/>
                  <a:pt x="845" y="124"/>
                </a:cubicBezTo>
                <a:cubicBezTo>
                  <a:pt x="869" y="77"/>
                  <a:pt x="880" y="41"/>
                  <a:pt x="929" y="16"/>
                </a:cubicBezTo>
                <a:cubicBezTo>
                  <a:pt x="952" y="0"/>
                  <a:pt x="969" y="27"/>
                  <a:pt x="983" y="37"/>
                </a:cubicBezTo>
                <a:cubicBezTo>
                  <a:pt x="997" y="47"/>
                  <a:pt x="1003" y="65"/>
                  <a:pt x="1013" y="76"/>
                </a:cubicBezTo>
                <a:cubicBezTo>
                  <a:pt x="1021" y="92"/>
                  <a:pt x="1027" y="95"/>
                  <a:pt x="1043" y="103"/>
                </a:cubicBezTo>
                <a:cubicBezTo>
                  <a:pt x="1051" y="107"/>
                  <a:pt x="1085" y="112"/>
                  <a:pt x="1085" y="112"/>
                </a:cubicBezTo>
                <a:cubicBezTo>
                  <a:pt x="1101" y="112"/>
                  <a:pt x="1119" y="75"/>
                  <a:pt x="1145" y="73"/>
                </a:cubicBezTo>
                <a:cubicBezTo>
                  <a:pt x="1171" y="71"/>
                  <a:pt x="1217" y="90"/>
                  <a:pt x="1241" y="100"/>
                </a:cubicBezTo>
                <a:cubicBezTo>
                  <a:pt x="1264" y="106"/>
                  <a:pt x="1275" y="127"/>
                  <a:pt x="1289" y="133"/>
                </a:cubicBezTo>
                <a:cubicBezTo>
                  <a:pt x="1303" y="139"/>
                  <a:pt x="1317" y="127"/>
                  <a:pt x="1325" y="136"/>
                </a:cubicBezTo>
                <a:cubicBezTo>
                  <a:pt x="1373" y="232"/>
                  <a:pt x="1273" y="107"/>
                  <a:pt x="1337" y="187"/>
                </a:cubicBezTo>
                <a:cubicBezTo>
                  <a:pt x="1355" y="210"/>
                  <a:pt x="1382" y="252"/>
                  <a:pt x="1421" y="256"/>
                </a:cubicBezTo>
                <a:cubicBezTo>
                  <a:pt x="1485" y="263"/>
                  <a:pt x="1549" y="264"/>
                  <a:pt x="1613" y="268"/>
                </a:cubicBezTo>
                <a:cubicBezTo>
                  <a:pt x="1645" y="284"/>
                  <a:pt x="1677" y="300"/>
                  <a:pt x="1709" y="316"/>
                </a:cubicBezTo>
                <a:cubicBezTo>
                  <a:pt x="1727" y="325"/>
                  <a:pt x="1739" y="343"/>
                  <a:pt x="1757" y="352"/>
                </a:cubicBezTo>
                <a:cubicBezTo>
                  <a:pt x="1777" y="392"/>
                  <a:pt x="1761" y="372"/>
                  <a:pt x="1817" y="400"/>
                </a:cubicBezTo>
                <a:cubicBezTo>
                  <a:pt x="1825" y="404"/>
                  <a:pt x="1841" y="412"/>
                  <a:pt x="1841" y="412"/>
                </a:cubicBezTo>
                <a:cubicBezTo>
                  <a:pt x="1859" y="449"/>
                  <a:pt x="1876" y="444"/>
                  <a:pt x="1913" y="460"/>
                </a:cubicBezTo>
                <a:cubicBezTo>
                  <a:pt x="1929" y="467"/>
                  <a:pt x="1945" y="476"/>
                  <a:pt x="1961" y="484"/>
                </a:cubicBezTo>
                <a:cubicBezTo>
                  <a:pt x="1969" y="488"/>
                  <a:pt x="1985" y="496"/>
                  <a:pt x="1985" y="496"/>
                </a:cubicBezTo>
                <a:cubicBezTo>
                  <a:pt x="1999" y="538"/>
                  <a:pt x="2005" y="572"/>
                  <a:pt x="2045" y="592"/>
                </a:cubicBezTo>
                <a:cubicBezTo>
                  <a:pt x="2021" y="616"/>
                  <a:pt x="2015" y="637"/>
                  <a:pt x="1985" y="652"/>
                </a:cubicBezTo>
                <a:cubicBezTo>
                  <a:pt x="1966" y="710"/>
                  <a:pt x="1960" y="677"/>
                  <a:pt x="1937" y="724"/>
                </a:cubicBezTo>
                <a:cubicBezTo>
                  <a:pt x="1931" y="760"/>
                  <a:pt x="1937" y="829"/>
                  <a:pt x="1931" y="865"/>
                </a:cubicBezTo>
                <a:cubicBezTo>
                  <a:pt x="1925" y="901"/>
                  <a:pt x="1911" y="905"/>
                  <a:pt x="1901" y="940"/>
                </a:cubicBezTo>
                <a:cubicBezTo>
                  <a:pt x="1888" y="983"/>
                  <a:pt x="1867" y="1053"/>
                  <a:pt x="1847" y="1093"/>
                </a:cubicBezTo>
                <a:cubicBezTo>
                  <a:pt x="1827" y="1132"/>
                  <a:pt x="1855" y="1125"/>
                  <a:pt x="1835" y="1165"/>
                </a:cubicBezTo>
                <a:cubicBezTo>
                  <a:pt x="1827" y="1181"/>
                  <a:pt x="1817" y="1219"/>
                  <a:pt x="1817" y="1219"/>
                </a:cubicBezTo>
                <a:cubicBezTo>
                  <a:pt x="1801" y="1211"/>
                  <a:pt x="1747" y="1157"/>
                  <a:pt x="1739" y="1141"/>
                </a:cubicBezTo>
                <a:cubicBezTo>
                  <a:pt x="1731" y="1125"/>
                  <a:pt x="1735" y="1157"/>
                  <a:pt x="1727" y="1141"/>
                </a:cubicBezTo>
                <a:cubicBezTo>
                  <a:pt x="1723" y="1133"/>
                  <a:pt x="1685" y="1132"/>
                  <a:pt x="1685" y="1132"/>
                </a:cubicBezTo>
                <a:cubicBezTo>
                  <a:pt x="1637" y="1136"/>
                  <a:pt x="1588" y="1135"/>
                  <a:pt x="1541" y="1144"/>
                </a:cubicBezTo>
                <a:cubicBezTo>
                  <a:pt x="1523" y="1147"/>
                  <a:pt x="1493" y="1147"/>
                  <a:pt x="1493" y="1168"/>
                </a:cubicBezTo>
                <a:cubicBezTo>
                  <a:pt x="1425" y="1100"/>
                  <a:pt x="1426" y="1143"/>
                  <a:pt x="1409" y="1183"/>
                </a:cubicBezTo>
                <a:cubicBezTo>
                  <a:pt x="1405" y="1191"/>
                  <a:pt x="1393" y="1215"/>
                  <a:pt x="1385" y="1219"/>
                </a:cubicBezTo>
                <a:cubicBezTo>
                  <a:pt x="1377" y="1235"/>
                  <a:pt x="1369" y="1233"/>
                  <a:pt x="1361" y="1249"/>
                </a:cubicBezTo>
                <a:cubicBezTo>
                  <a:pt x="1353" y="1265"/>
                  <a:pt x="1337" y="1312"/>
                  <a:pt x="1337" y="1312"/>
                </a:cubicBezTo>
                <a:cubicBezTo>
                  <a:pt x="1319" y="1329"/>
                  <a:pt x="1320" y="1388"/>
                  <a:pt x="1307" y="1387"/>
                </a:cubicBezTo>
                <a:cubicBezTo>
                  <a:pt x="1298" y="1392"/>
                  <a:pt x="1291" y="1359"/>
                  <a:pt x="1283" y="1345"/>
                </a:cubicBezTo>
                <a:cubicBezTo>
                  <a:pt x="1275" y="1331"/>
                  <a:pt x="1265" y="1317"/>
                  <a:pt x="1259" y="1303"/>
                </a:cubicBezTo>
                <a:cubicBezTo>
                  <a:pt x="1253" y="1280"/>
                  <a:pt x="1251" y="1277"/>
                  <a:pt x="1247" y="1261"/>
                </a:cubicBezTo>
                <a:cubicBezTo>
                  <a:pt x="1243" y="1245"/>
                  <a:pt x="1245" y="1217"/>
                  <a:pt x="1235" y="1207"/>
                </a:cubicBezTo>
                <a:cubicBezTo>
                  <a:pt x="1225" y="1197"/>
                  <a:pt x="1222" y="1211"/>
                  <a:pt x="1187" y="1201"/>
                </a:cubicBezTo>
                <a:cubicBezTo>
                  <a:pt x="1152" y="1191"/>
                  <a:pt x="1065" y="1156"/>
                  <a:pt x="1025" y="1147"/>
                </a:cubicBezTo>
                <a:cubicBezTo>
                  <a:pt x="978" y="1124"/>
                  <a:pt x="981" y="1152"/>
                  <a:pt x="947" y="1147"/>
                </a:cubicBezTo>
                <a:cubicBezTo>
                  <a:pt x="913" y="1142"/>
                  <a:pt x="849" y="1129"/>
                  <a:pt x="821" y="1120"/>
                </a:cubicBezTo>
                <a:cubicBezTo>
                  <a:pt x="816" y="1111"/>
                  <a:pt x="800" y="1086"/>
                  <a:pt x="779" y="1093"/>
                </a:cubicBezTo>
                <a:cubicBezTo>
                  <a:pt x="771" y="1096"/>
                  <a:pt x="767" y="1105"/>
                  <a:pt x="761" y="1111"/>
                </a:cubicBezTo>
                <a:cubicBezTo>
                  <a:pt x="700" y="1172"/>
                  <a:pt x="790" y="1058"/>
                  <a:pt x="725" y="1144"/>
                </a:cubicBezTo>
                <a:cubicBezTo>
                  <a:pt x="720" y="1151"/>
                  <a:pt x="720" y="1162"/>
                  <a:pt x="713" y="1168"/>
                </a:cubicBezTo>
                <a:cubicBezTo>
                  <a:pt x="704" y="1176"/>
                  <a:pt x="683" y="1195"/>
                  <a:pt x="671" y="1201"/>
                </a:cubicBezTo>
                <a:cubicBezTo>
                  <a:pt x="659" y="1207"/>
                  <a:pt x="650" y="1202"/>
                  <a:pt x="641" y="1204"/>
                </a:cubicBezTo>
                <a:cubicBezTo>
                  <a:pt x="633" y="1208"/>
                  <a:pt x="617" y="1216"/>
                  <a:pt x="617" y="1216"/>
                </a:cubicBezTo>
                <a:cubicBezTo>
                  <a:pt x="613" y="1244"/>
                  <a:pt x="622" y="1277"/>
                  <a:pt x="605" y="1300"/>
                </a:cubicBezTo>
                <a:cubicBezTo>
                  <a:pt x="598" y="1318"/>
                  <a:pt x="592" y="1299"/>
                  <a:pt x="581" y="1303"/>
                </a:cubicBezTo>
                <a:cubicBezTo>
                  <a:pt x="570" y="1307"/>
                  <a:pt x="553" y="1312"/>
                  <a:pt x="539" y="1327"/>
                </a:cubicBezTo>
                <a:cubicBezTo>
                  <a:pt x="521" y="1338"/>
                  <a:pt x="511" y="1381"/>
                  <a:pt x="497" y="1393"/>
                </a:cubicBezTo>
                <a:cubicBezTo>
                  <a:pt x="483" y="1405"/>
                  <a:pt x="467" y="1394"/>
                  <a:pt x="455" y="1399"/>
                </a:cubicBezTo>
                <a:cubicBezTo>
                  <a:pt x="407" y="1447"/>
                  <a:pt x="489" y="1391"/>
                  <a:pt x="425" y="1423"/>
                </a:cubicBezTo>
                <a:cubicBezTo>
                  <a:pt x="385" y="1419"/>
                  <a:pt x="362" y="1410"/>
                  <a:pt x="323" y="1399"/>
                </a:cubicBezTo>
                <a:cubicBezTo>
                  <a:pt x="314" y="1397"/>
                  <a:pt x="296" y="1380"/>
                  <a:pt x="293" y="1372"/>
                </a:cubicBezTo>
                <a:cubicBezTo>
                  <a:pt x="289" y="1354"/>
                  <a:pt x="287" y="1307"/>
                  <a:pt x="281" y="1285"/>
                </a:cubicBezTo>
                <a:cubicBezTo>
                  <a:pt x="275" y="1263"/>
                  <a:pt x="270" y="1268"/>
                  <a:pt x="257" y="1237"/>
                </a:cubicBezTo>
                <a:cubicBezTo>
                  <a:pt x="233" y="1189"/>
                  <a:pt x="227" y="1135"/>
                  <a:pt x="203" y="1099"/>
                </a:cubicBezTo>
                <a:cubicBezTo>
                  <a:pt x="199" y="1075"/>
                  <a:pt x="195" y="1070"/>
                  <a:pt x="185" y="1048"/>
                </a:cubicBezTo>
                <a:cubicBezTo>
                  <a:pt x="181" y="1040"/>
                  <a:pt x="167" y="1028"/>
                  <a:pt x="161" y="1021"/>
                </a:cubicBezTo>
                <a:cubicBezTo>
                  <a:pt x="150" y="1007"/>
                  <a:pt x="155" y="991"/>
                  <a:pt x="155" y="991"/>
                </a:cubicBezTo>
                <a:cubicBezTo>
                  <a:pt x="151" y="967"/>
                  <a:pt x="138" y="937"/>
                  <a:pt x="125" y="916"/>
                </a:cubicBezTo>
                <a:cubicBezTo>
                  <a:pt x="116" y="901"/>
                  <a:pt x="111" y="891"/>
                  <a:pt x="95" y="883"/>
                </a:cubicBezTo>
                <a:cubicBezTo>
                  <a:pt x="87" y="879"/>
                  <a:pt x="83" y="871"/>
                  <a:pt x="83" y="871"/>
                </a:cubicBezTo>
                <a:cubicBezTo>
                  <a:pt x="77" y="864"/>
                  <a:pt x="62" y="861"/>
                  <a:pt x="59" y="853"/>
                </a:cubicBezTo>
                <a:cubicBezTo>
                  <a:pt x="56" y="845"/>
                  <a:pt x="62" y="834"/>
                  <a:pt x="65" y="823"/>
                </a:cubicBezTo>
                <a:cubicBezTo>
                  <a:pt x="69" y="815"/>
                  <a:pt x="77" y="784"/>
                  <a:pt x="77" y="784"/>
                </a:cubicBezTo>
                <a:cubicBezTo>
                  <a:pt x="72" y="774"/>
                  <a:pt x="46" y="737"/>
                  <a:pt x="35" y="727"/>
                </a:cubicBezTo>
                <a:cubicBezTo>
                  <a:pt x="24" y="717"/>
                  <a:pt x="12" y="737"/>
                  <a:pt x="11" y="721"/>
                </a:cubicBezTo>
                <a:cubicBezTo>
                  <a:pt x="0" y="695"/>
                  <a:pt x="28" y="656"/>
                  <a:pt x="29" y="631"/>
                </a:cubicBezTo>
                <a:cubicBezTo>
                  <a:pt x="30" y="606"/>
                  <a:pt x="12" y="582"/>
                  <a:pt x="17" y="571"/>
                </a:cubicBezTo>
                <a:cubicBezTo>
                  <a:pt x="22" y="560"/>
                  <a:pt x="53" y="572"/>
                  <a:pt x="59" y="565"/>
                </a:cubicBezTo>
                <a:cubicBezTo>
                  <a:pt x="65" y="558"/>
                  <a:pt x="43" y="543"/>
                  <a:pt x="53" y="532"/>
                </a:cubicBezTo>
                <a:cubicBezTo>
                  <a:pt x="65" y="527"/>
                  <a:pt x="111" y="497"/>
                  <a:pt x="119" y="499"/>
                </a:cubicBezTo>
                <a:cubicBezTo>
                  <a:pt x="122" y="496"/>
                  <a:pt x="75" y="502"/>
                  <a:pt x="71" y="511"/>
                </a:cubicBezTo>
              </a:path>
            </a:pathLst>
          </a:custGeom>
          <a:solidFill>
            <a:srgbClr val="00B0F0">
              <a:alpha val="50000"/>
            </a:srgbClr>
          </a:solidFill>
          <a:ln w="38100" cap="flat" cmpd="sng">
            <a:solidFill>
              <a:srgbClr val="00B0F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1" name="Freeform 1043"/>
          <p:cNvSpPr>
            <a:spLocks/>
          </p:cNvSpPr>
          <p:nvPr/>
        </p:nvSpPr>
        <p:spPr bwMode="auto">
          <a:xfrm>
            <a:off x="5180013" y="3224213"/>
            <a:ext cx="4025900" cy="2887662"/>
          </a:xfrm>
          <a:custGeom>
            <a:avLst/>
            <a:gdLst/>
            <a:ahLst/>
            <a:cxnLst>
              <a:cxn ang="0">
                <a:pos x="75" y="1662"/>
              </a:cxn>
              <a:cxn ang="0">
                <a:pos x="135" y="1614"/>
              </a:cxn>
              <a:cxn ang="0">
                <a:pos x="171" y="1530"/>
              </a:cxn>
              <a:cxn ang="0">
                <a:pos x="159" y="1290"/>
              </a:cxn>
              <a:cxn ang="0">
                <a:pos x="135" y="834"/>
              </a:cxn>
              <a:cxn ang="0">
                <a:pos x="129" y="735"/>
              </a:cxn>
              <a:cxn ang="0">
                <a:pos x="129" y="675"/>
              </a:cxn>
              <a:cxn ang="0">
                <a:pos x="81" y="639"/>
              </a:cxn>
              <a:cxn ang="0">
                <a:pos x="81" y="591"/>
              </a:cxn>
              <a:cxn ang="0">
                <a:pos x="135" y="594"/>
              </a:cxn>
              <a:cxn ang="0">
                <a:pos x="243" y="681"/>
              </a:cxn>
              <a:cxn ang="0">
                <a:pos x="357" y="651"/>
              </a:cxn>
              <a:cxn ang="0">
                <a:pos x="423" y="693"/>
              </a:cxn>
              <a:cxn ang="0">
                <a:pos x="519" y="654"/>
              </a:cxn>
              <a:cxn ang="0">
                <a:pos x="603" y="522"/>
              </a:cxn>
              <a:cxn ang="0">
                <a:pos x="639" y="474"/>
              </a:cxn>
              <a:cxn ang="0">
                <a:pos x="744" y="333"/>
              </a:cxn>
              <a:cxn ang="0">
                <a:pos x="879" y="150"/>
              </a:cxn>
              <a:cxn ang="0">
                <a:pos x="927" y="102"/>
              </a:cxn>
              <a:cxn ang="0">
                <a:pos x="1098" y="9"/>
              </a:cxn>
              <a:cxn ang="0">
                <a:pos x="1350" y="33"/>
              </a:cxn>
              <a:cxn ang="0">
                <a:pos x="1974" y="39"/>
              </a:cxn>
              <a:cxn ang="0">
                <a:pos x="2082" y="57"/>
              </a:cxn>
              <a:cxn ang="0">
                <a:pos x="2202" y="45"/>
              </a:cxn>
              <a:cxn ang="0">
                <a:pos x="2292" y="27"/>
              </a:cxn>
              <a:cxn ang="0">
                <a:pos x="2280" y="81"/>
              </a:cxn>
              <a:cxn ang="0">
                <a:pos x="2259" y="222"/>
              </a:cxn>
              <a:cxn ang="0">
                <a:pos x="2304" y="315"/>
              </a:cxn>
              <a:cxn ang="0">
                <a:pos x="2379" y="366"/>
              </a:cxn>
              <a:cxn ang="0">
                <a:pos x="2475" y="498"/>
              </a:cxn>
              <a:cxn ang="0">
                <a:pos x="2511" y="534"/>
              </a:cxn>
              <a:cxn ang="0">
                <a:pos x="2538" y="579"/>
              </a:cxn>
              <a:cxn ang="0">
                <a:pos x="2547" y="618"/>
              </a:cxn>
              <a:cxn ang="0">
                <a:pos x="2460" y="831"/>
              </a:cxn>
              <a:cxn ang="0">
                <a:pos x="2391" y="954"/>
              </a:cxn>
              <a:cxn ang="0">
                <a:pos x="2391" y="1062"/>
              </a:cxn>
              <a:cxn ang="0">
                <a:pos x="2424" y="1113"/>
              </a:cxn>
              <a:cxn ang="0">
                <a:pos x="2328" y="1059"/>
              </a:cxn>
              <a:cxn ang="0">
                <a:pos x="2220" y="993"/>
              </a:cxn>
              <a:cxn ang="0">
                <a:pos x="2151" y="966"/>
              </a:cxn>
              <a:cxn ang="0">
                <a:pos x="2091" y="918"/>
              </a:cxn>
              <a:cxn ang="0">
                <a:pos x="1902" y="909"/>
              </a:cxn>
              <a:cxn ang="0">
                <a:pos x="1575" y="966"/>
              </a:cxn>
              <a:cxn ang="0">
                <a:pos x="1392" y="999"/>
              </a:cxn>
              <a:cxn ang="0">
                <a:pos x="1239" y="1074"/>
              </a:cxn>
              <a:cxn ang="0">
                <a:pos x="1131" y="1230"/>
              </a:cxn>
              <a:cxn ang="0">
                <a:pos x="1101" y="1431"/>
              </a:cxn>
              <a:cxn ang="0">
                <a:pos x="1095" y="1473"/>
              </a:cxn>
              <a:cxn ang="0">
                <a:pos x="1005" y="1683"/>
              </a:cxn>
              <a:cxn ang="0">
                <a:pos x="993" y="1761"/>
              </a:cxn>
              <a:cxn ang="0">
                <a:pos x="945" y="1767"/>
              </a:cxn>
              <a:cxn ang="0">
                <a:pos x="903" y="1701"/>
              </a:cxn>
              <a:cxn ang="0">
                <a:pos x="645" y="1743"/>
              </a:cxn>
              <a:cxn ang="0">
                <a:pos x="591" y="1734"/>
              </a:cxn>
              <a:cxn ang="0">
                <a:pos x="483" y="1923"/>
              </a:cxn>
              <a:cxn ang="0">
                <a:pos x="465" y="1965"/>
              </a:cxn>
              <a:cxn ang="0">
                <a:pos x="399" y="1815"/>
              </a:cxn>
              <a:cxn ang="0">
                <a:pos x="321" y="1773"/>
              </a:cxn>
              <a:cxn ang="0">
                <a:pos x="255" y="1743"/>
              </a:cxn>
              <a:cxn ang="0">
                <a:pos x="75" y="1722"/>
              </a:cxn>
              <a:cxn ang="0">
                <a:pos x="27" y="1686"/>
              </a:cxn>
            </a:cxnLst>
            <a:rect l="0" t="0" r="r" b="b"/>
            <a:pathLst>
              <a:path w="2595" h="1975">
                <a:moveTo>
                  <a:pt x="27" y="1686"/>
                </a:moveTo>
                <a:cubicBezTo>
                  <a:pt x="43" y="1678"/>
                  <a:pt x="67" y="1678"/>
                  <a:pt x="75" y="1662"/>
                </a:cubicBezTo>
                <a:cubicBezTo>
                  <a:pt x="79" y="1654"/>
                  <a:pt x="80" y="1644"/>
                  <a:pt x="87" y="1638"/>
                </a:cubicBezTo>
                <a:cubicBezTo>
                  <a:pt x="101" y="1627"/>
                  <a:pt x="119" y="1622"/>
                  <a:pt x="135" y="1614"/>
                </a:cubicBezTo>
                <a:cubicBezTo>
                  <a:pt x="143" y="1610"/>
                  <a:pt x="159" y="1602"/>
                  <a:pt x="159" y="1602"/>
                </a:cubicBezTo>
                <a:cubicBezTo>
                  <a:pt x="193" y="1535"/>
                  <a:pt x="188" y="1576"/>
                  <a:pt x="171" y="1530"/>
                </a:cubicBezTo>
                <a:cubicBezTo>
                  <a:pt x="162" y="1506"/>
                  <a:pt x="147" y="1458"/>
                  <a:pt x="147" y="1458"/>
                </a:cubicBezTo>
                <a:cubicBezTo>
                  <a:pt x="151" y="1402"/>
                  <a:pt x="151" y="1346"/>
                  <a:pt x="159" y="1290"/>
                </a:cubicBezTo>
                <a:cubicBezTo>
                  <a:pt x="165" y="1249"/>
                  <a:pt x="185" y="1211"/>
                  <a:pt x="195" y="1170"/>
                </a:cubicBezTo>
                <a:cubicBezTo>
                  <a:pt x="182" y="1055"/>
                  <a:pt x="201" y="933"/>
                  <a:pt x="135" y="834"/>
                </a:cubicBezTo>
                <a:cubicBezTo>
                  <a:pt x="124" y="769"/>
                  <a:pt x="118" y="787"/>
                  <a:pt x="117" y="771"/>
                </a:cubicBezTo>
                <a:cubicBezTo>
                  <a:pt x="116" y="755"/>
                  <a:pt x="126" y="747"/>
                  <a:pt x="129" y="735"/>
                </a:cubicBezTo>
                <a:cubicBezTo>
                  <a:pt x="132" y="723"/>
                  <a:pt x="135" y="709"/>
                  <a:pt x="135" y="699"/>
                </a:cubicBezTo>
                <a:cubicBezTo>
                  <a:pt x="135" y="689"/>
                  <a:pt x="135" y="680"/>
                  <a:pt x="129" y="675"/>
                </a:cubicBezTo>
                <a:cubicBezTo>
                  <a:pt x="123" y="670"/>
                  <a:pt x="107" y="672"/>
                  <a:pt x="99" y="666"/>
                </a:cubicBezTo>
                <a:cubicBezTo>
                  <a:pt x="91" y="634"/>
                  <a:pt x="85" y="649"/>
                  <a:pt x="81" y="639"/>
                </a:cubicBezTo>
                <a:cubicBezTo>
                  <a:pt x="77" y="629"/>
                  <a:pt x="75" y="611"/>
                  <a:pt x="75" y="603"/>
                </a:cubicBezTo>
                <a:cubicBezTo>
                  <a:pt x="75" y="595"/>
                  <a:pt x="75" y="593"/>
                  <a:pt x="81" y="591"/>
                </a:cubicBezTo>
                <a:cubicBezTo>
                  <a:pt x="87" y="589"/>
                  <a:pt x="102" y="591"/>
                  <a:pt x="111" y="591"/>
                </a:cubicBezTo>
                <a:cubicBezTo>
                  <a:pt x="115" y="583"/>
                  <a:pt x="128" y="589"/>
                  <a:pt x="135" y="594"/>
                </a:cubicBezTo>
                <a:cubicBezTo>
                  <a:pt x="196" y="639"/>
                  <a:pt x="125" y="622"/>
                  <a:pt x="183" y="651"/>
                </a:cubicBezTo>
                <a:cubicBezTo>
                  <a:pt x="198" y="656"/>
                  <a:pt x="222" y="681"/>
                  <a:pt x="243" y="681"/>
                </a:cubicBezTo>
                <a:cubicBezTo>
                  <a:pt x="264" y="681"/>
                  <a:pt x="290" y="656"/>
                  <a:pt x="309" y="651"/>
                </a:cubicBezTo>
                <a:cubicBezTo>
                  <a:pt x="328" y="646"/>
                  <a:pt x="338" y="647"/>
                  <a:pt x="357" y="651"/>
                </a:cubicBezTo>
                <a:cubicBezTo>
                  <a:pt x="395" y="661"/>
                  <a:pt x="412" y="668"/>
                  <a:pt x="423" y="675"/>
                </a:cubicBezTo>
                <a:cubicBezTo>
                  <a:pt x="434" y="682"/>
                  <a:pt x="411" y="689"/>
                  <a:pt x="423" y="693"/>
                </a:cubicBezTo>
                <a:cubicBezTo>
                  <a:pt x="435" y="697"/>
                  <a:pt x="479" y="708"/>
                  <a:pt x="495" y="702"/>
                </a:cubicBezTo>
                <a:cubicBezTo>
                  <a:pt x="503" y="686"/>
                  <a:pt x="506" y="667"/>
                  <a:pt x="519" y="654"/>
                </a:cubicBezTo>
                <a:cubicBezTo>
                  <a:pt x="541" y="632"/>
                  <a:pt x="545" y="633"/>
                  <a:pt x="555" y="606"/>
                </a:cubicBezTo>
                <a:cubicBezTo>
                  <a:pt x="586" y="523"/>
                  <a:pt x="555" y="546"/>
                  <a:pt x="603" y="522"/>
                </a:cubicBezTo>
                <a:cubicBezTo>
                  <a:pt x="607" y="510"/>
                  <a:pt x="607" y="496"/>
                  <a:pt x="615" y="486"/>
                </a:cubicBezTo>
                <a:cubicBezTo>
                  <a:pt x="620" y="479"/>
                  <a:pt x="633" y="481"/>
                  <a:pt x="639" y="474"/>
                </a:cubicBezTo>
                <a:cubicBezTo>
                  <a:pt x="695" y="404"/>
                  <a:pt x="633" y="441"/>
                  <a:pt x="687" y="414"/>
                </a:cubicBezTo>
                <a:cubicBezTo>
                  <a:pt x="713" y="363"/>
                  <a:pt x="691" y="351"/>
                  <a:pt x="744" y="333"/>
                </a:cubicBezTo>
                <a:cubicBezTo>
                  <a:pt x="763" y="313"/>
                  <a:pt x="799" y="358"/>
                  <a:pt x="822" y="327"/>
                </a:cubicBezTo>
                <a:cubicBezTo>
                  <a:pt x="845" y="296"/>
                  <a:pt x="865" y="186"/>
                  <a:pt x="879" y="150"/>
                </a:cubicBezTo>
                <a:cubicBezTo>
                  <a:pt x="887" y="138"/>
                  <a:pt x="893" y="124"/>
                  <a:pt x="903" y="114"/>
                </a:cubicBezTo>
                <a:cubicBezTo>
                  <a:pt x="909" y="108"/>
                  <a:pt x="921" y="109"/>
                  <a:pt x="927" y="102"/>
                </a:cubicBezTo>
                <a:cubicBezTo>
                  <a:pt x="983" y="32"/>
                  <a:pt x="921" y="69"/>
                  <a:pt x="975" y="42"/>
                </a:cubicBezTo>
                <a:cubicBezTo>
                  <a:pt x="1002" y="24"/>
                  <a:pt x="1077" y="18"/>
                  <a:pt x="1098" y="9"/>
                </a:cubicBezTo>
                <a:cubicBezTo>
                  <a:pt x="1123" y="4"/>
                  <a:pt x="1086" y="5"/>
                  <a:pt x="1128" y="9"/>
                </a:cubicBezTo>
                <a:cubicBezTo>
                  <a:pt x="1170" y="13"/>
                  <a:pt x="1245" y="27"/>
                  <a:pt x="1350" y="33"/>
                </a:cubicBezTo>
                <a:cubicBezTo>
                  <a:pt x="1480" y="33"/>
                  <a:pt x="1654" y="44"/>
                  <a:pt x="1758" y="45"/>
                </a:cubicBezTo>
                <a:cubicBezTo>
                  <a:pt x="1862" y="46"/>
                  <a:pt x="1927" y="38"/>
                  <a:pt x="1974" y="39"/>
                </a:cubicBezTo>
                <a:cubicBezTo>
                  <a:pt x="2094" y="47"/>
                  <a:pt x="2022" y="48"/>
                  <a:pt x="2040" y="51"/>
                </a:cubicBezTo>
                <a:cubicBezTo>
                  <a:pt x="2058" y="54"/>
                  <a:pt x="2073" y="58"/>
                  <a:pt x="2082" y="57"/>
                </a:cubicBezTo>
                <a:cubicBezTo>
                  <a:pt x="2091" y="56"/>
                  <a:pt x="2074" y="47"/>
                  <a:pt x="2094" y="45"/>
                </a:cubicBezTo>
                <a:cubicBezTo>
                  <a:pt x="2114" y="43"/>
                  <a:pt x="2177" y="51"/>
                  <a:pt x="2202" y="45"/>
                </a:cubicBezTo>
                <a:cubicBezTo>
                  <a:pt x="2227" y="39"/>
                  <a:pt x="2232" y="9"/>
                  <a:pt x="2247" y="6"/>
                </a:cubicBezTo>
                <a:cubicBezTo>
                  <a:pt x="2285" y="0"/>
                  <a:pt x="2288" y="22"/>
                  <a:pt x="2292" y="27"/>
                </a:cubicBezTo>
                <a:cubicBezTo>
                  <a:pt x="2296" y="32"/>
                  <a:pt x="2276" y="30"/>
                  <a:pt x="2274" y="39"/>
                </a:cubicBezTo>
                <a:cubicBezTo>
                  <a:pt x="2272" y="48"/>
                  <a:pt x="2281" y="63"/>
                  <a:pt x="2280" y="81"/>
                </a:cubicBezTo>
                <a:cubicBezTo>
                  <a:pt x="2279" y="99"/>
                  <a:pt x="2271" y="124"/>
                  <a:pt x="2268" y="147"/>
                </a:cubicBezTo>
                <a:cubicBezTo>
                  <a:pt x="2265" y="170"/>
                  <a:pt x="2257" y="202"/>
                  <a:pt x="2259" y="222"/>
                </a:cubicBezTo>
                <a:cubicBezTo>
                  <a:pt x="2263" y="246"/>
                  <a:pt x="2273" y="244"/>
                  <a:pt x="2280" y="267"/>
                </a:cubicBezTo>
                <a:cubicBezTo>
                  <a:pt x="2285" y="286"/>
                  <a:pt x="2295" y="301"/>
                  <a:pt x="2304" y="315"/>
                </a:cubicBezTo>
                <a:cubicBezTo>
                  <a:pt x="2313" y="329"/>
                  <a:pt x="2322" y="343"/>
                  <a:pt x="2334" y="351"/>
                </a:cubicBezTo>
                <a:cubicBezTo>
                  <a:pt x="2346" y="359"/>
                  <a:pt x="2365" y="349"/>
                  <a:pt x="2379" y="366"/>
                </a:cubicBezTo>
                <a:cubicBezTo>
                  <a:pt x="2444" y="398"/>
                  <a:pt x="2362" y="327"/>
                  <a:pt x="2418" y="453"/>
                </a:cubicBezTo>
                <a:cubicBezTo>
                  <a:pt x="2427" y="473"/>
                  <a:pt x="2456" y="488"/>
                  <a:pt x="2475" y="498"/>
                </a:cubicBezTo>
                <a:cubicBezTo>
                  <a:pt x="2479" y="506"/>
                  <a:pt x="2481" y="516"/>
                  <a:pt x="2487" y="522"/>
                </a:cubicBezTo>
                <a:cubicBezTo>
                  <a:pt x="2493" y="528"/>
                  <a:pt x="2505" y="527"/>
                  <a:pt x="2511" y="534"/>
                </a:cubicBezTo>
                <a:cubicBezTo>
                  <a:pt x="2518" y="542"/>
                  <a:pt x="2534" y="554"/>
                  <a:pt x="2538" y="561"/>
                </a:cubicBezTo>
                <a:cubicBezTo>
                  <a:pt x="2542" y="568"/>
                  <a:pt x="2529" y="574"/>
                  <a:pt x="2538" y="579"/>
                </a:cubicBezTo>
                <a:cubicBezTo>
                  <a:pt x="2547" y="584"/>
                  <a:pt x="2594" y="588"/>
                  <a:pt x="2595" y="594"/>
                </a:cubicBezTo>
                <a:cubicBezTo>
                  <a:pt x="2579" y="602"/>
                  <a:pt x="2563" y="610"/>
                  <a:pt x="2547" y="618"/>
                </a:cubicBezTo>
                <a:cubicBezTo>
                  <a:pt x="2539" y="622"/>
                  <a:pt x="2523" y="630"/>
                  <a:pt x="2523" y="630"/>
                </a:cubicBezTo>
                <a:cubicBezTo>
                  <a:pt x="2508" y="690"/>
                  <a:pt x="2488" y="776"/>
                  <a:pt x="2460" y="831"/>
                </a:cubicBezTo>
                <a:cubicBezTo>
                  <a:pt x="2445" y="860"/>
                  <a:pt x="2439" y="851"/>
                  <a:pt x="2427" y="882"/>
                </a:cubicBezTo>
                <a:cubicBezTo>
                  <a:pt x="2427" y="882"/>
                  <a:pt x="2397" y="942"/>
                  <a:pt x="2391" y="954"/>
                </a:cubicBezTo>
                <a:cubicBezTo>
                  <a:pt x="2387" y="962"/>
                  <a:pt x="2379" y="978"/>
                  <a:pt x="2379" y="978"/>
                </a:cubicBezTo>
                <a:cubicBezTo>
                  <a:pt x="2383" y="1006"/>
                  <a:pt x="2381" y="1036"/>
                  <a:pt x="2391" y="1062"/>
                </a:cubicBezTo>
                <a:cubicBezTo>
                  <a:pt x="2394" y="1070"/>
                  <a:pt x="2400" y="1077"/>
                  <a:pt x="2406" y="1083"/>
                </a:cubicBezTo>
                <a:cubicBezTo>
                  <a:pt x="2412" y="1089"/>
                  <a:pt x="2420" y="1105"/>
                  <a:pt x="2424" y="1113"/>
                </a:cubicBezTo>
                <a:cubicBezTo>
                  <a:pt x="2398" y="1126"/>
                  <a:pt x="2379" y="1168"/>
                  <a:pt x="2352" y="1155"/>
                </a:cubicBezTo>
                <a:cubicBezTo>
                  <a:pt x="2333" y="1145"/>
                  <a:pt x="2358" y="1083"/>
                  <a:pt x="2328" y="1059"/>
                </a:cubicBezTo>
                <a:cubicBezTo>
                  <a:pt x="2316" y="1045"/>
                  <a:pt x="2280" y="1029"/>
                  <a:pt x="2280" y="1029"/>
                </a:cubicBezTo>
                <a:cubicBezTo>
                  <a:pt x="2253" y="975"/>
                  <a:pt x="2291" y="1036"/>
                  <a:pt x="2220" y="993"/>
                </a:cubicBezTo>
                <a:cubicBezTo>
                  <a:pt x="2212" y="988"/>
                  <a:pt x="2194" y="983"/>
                  <a:pt x="2187" y="978"/>
                </a:cubicBezTo>
                <a:cubicBezTo>
                  <a:pt x="2177" y="970"/>
                  <a:pt x="2163" y="970"/>
                  <a:pt x="2151" y="966"/>
                </a:cubicBezTo>
                <a:cubicBezTo>
                  <a:pt x="2147" y="958"/>
                  <a:pt x="2146" y="948"/>
                  <a:pt x="2139" y="942"/>
                </a:cubicBezTo>
                <a:cubicBezTo>
                  <a:pt x="2125" y="931"/>
                  <a:pt x="2091" y="918"/>
                  <a:pt x="2091" y="918"/>
                </a:cubicBezTo>
                <a:cubicBezTo>
                  <a:pt x="2071" y="921"/>
                  <a:pt x="1976" y="907"/>
                  <a:pt x="1950" y="909"/>
                </a:cubicBezTo>
                <a:cubicBezTo>
                  <a:pt x="1919" y="914"/>
                  <a:pt x="1940" y="908"/>
                  <a:pt x="1902" y="909"/>
                </a:cubicBezTo>
                <a:cubicBezTo>
                  <a:pt x="1864" y="910"/>
                  <a:pt x="1776" y="906"/>
                  <a:pt x="1722" y="915"/>
                </a:cubicBezTo>
                <a:cubicBezTo>
                  <a:pt x="1668" y="924"/>
                  <a:pt x="1614" y="953"/>
                  <a:pt x="1575" y="966"/>
                </a:cubicBezTo>
                <a:cubicBezTo>
                  <a:pt x="1504" y="974"/>
                  <a:pt x="1518" y="988"/>
                  <a:pt x="1488" y="993"/>
                </a:cubicBezTo>
                <a:cubicBezTo>
                  <a:pt x="1458" y="998"/>
                  <a:pt x="1424" y="993"/>
                  <a:pt x="1392" y="999"/>
                </a:cubicBezTo>
                <a:cubicBezTo>
                  <a:pt x="1350" y="1005"/>
                  <a:pt x="1320" y="1022"/>
                  <a:pt x="1296" y="1029"/>
                </a:cubicBezTo>
                <a:cubicBezTo>
                  <a:pt x="1264" y="1038"/>
                  <a:pt x="1239" y="1074"/>
                  <a:pt x="1239" y="1074"/>
                </a:cubicBezTo>
                <a:cubicBezTo>
                  <a:pt x="1210" y="1132"/>
                  <a:pt x="1228" y="1168"/>
                  <a:pt x="1170" y="1197"/>
                </a:cubicBezTo>
                <a:cubicBezTo>
                  <a:pt x="1166" y="1205"/>
                  <a:pt x="1152" y="1227"/>
                  <a:pt x="1131" y="1230"/>
                </a:cubicBezTo>
                <a:cubicBezTo>
                  <a:pt x="1134" y="1263"/>
                  <a:pt x="1119" y="1273"/>
                  <a:pt x="1116" y="1281"/>
                </a:cubicBezTo>
                <a:cubicBezTo>
                  <a:pt x="1097" y="1339"/>
                  <a:pt x="1113" y="1371"/>
                  <a:pt x="1101" y="1431"/>
                </a:cubicBezTo>
                <a:cubicBezTo>
                  <a:pt x="1090" y="1459"/>
                  <a:pt x="1096" y="1442"/>
                  <a:pt x="1095" y="1449"/>
                </a:cubicBezTo>
                <a:cubicBezTo>
                  <a:pt x="1094" y="1456"/>
                  <a:pt x="1102" y="1460"/>
                  <a:pt x="1095" y="1473"/>
                </a:cubicBezTo>
                <a:cubicBezTo>
                  <a:pt x="1082" y="1496"/>
                  <a:pt x="1053" y="1527"/>
                  <a:pt x="1053" y="1527"/>
                </a:cubicBezTo>
                <a:cubicBezTo>
                  <a:pt x="1041" y="1564"/>
                  <a:pt x="1013" y="1651"/>
                  <a:pt x="1005" y="1683"/>
                </a:cubicBezTo>
                <a:cubicBezTo>
                  <a:pt x="997" y="1715"/>
                  <a:pt x="1007" y="1706"/>
                  <a:pt x="1005" y="1719"/>
                </a:cubicBezTo>
                <a:cubicBezTo>
                  <a:pt x="1009" y="1743"/>
                  <a:pt x="993" y="1737"/>
                  <a:pt x="993" y="1761"/>
                </a:cubicBezTo>
                <a:cubicBezTo>
                  <a:pt x="993" y="1777"/>
                  <a:pt x="978" y="1800"/>
                  <a:pt x="963" y="1806"/>
                </a:cubicBezTo>
                <a:cubicBezTo>
                  <a:pt x="954" y="1811"/>
                  <a:pt x="951" y="1780"/>
                  <a:pt x="945" y="1767"/>
                </a:cubicBezTo>
                <a:cubicBezTo>
                  <a:pt x="939" y="1754"/>
                  <a:pt x="934" y="1742"/>
                  <a:pt x="927" y="1731"/>
                </a:cubicBezTo>
                <a:cubicBezTo>
                  <a:pt x="900" y="1704"/>
                  <a:pt x="920" y="1735"/>
                  <a:pt x="903" y="1701"/>
                </a:cubicBezTo>
                <a:cubicBezTo>
                  <a:pt x="859" y="1705"/>
                  <a:pt x="754" y="1710"/>
                  <a:pt x="711" y="1719"/>
                </a:cubicBezTo>
                <a:cubicBezTo>
                  <a:pt x="693" y="1723"/>
                  <a:pt x="663" y="1740"/>
                  <a:pt x="645" y="1743"/>
                </a:cubicBezTo>
                <a:cubicBezTo>
                  <a:pt x="629" y="1747"/>
                  <a:pt x="618" y="1708"/>
                  <a:pt x="609" y="1707"/>
                </a:cubicBezTo>
                <a:cubicBezTo>
                  <a:pt x="600" y="1706"/>
                  <a:pt x="604" y="1720"/>
                  <a:pt x="591" y="1734"/>
                </a:cubicBezTo>
                <a:cubicBezTo>
                  <a:pt x="567" y="1758"/>
                  <a:pt x="561" y="1779"/>
                  <a:pt x="531" y="1794"/>
                </a:cubicBezTo>
                <a:cubicBezTo>
                  <a:pt x="518" y="1826"/>
                  <a:pt x="492" y="1897"/>
                  <a:pt x="483" y="1923"/>
                </a:cubicBezTo>
                <a:cubicBezTo>
                  <a:pt x="474" y="1949"/>
                  <a:pt x="480" y="1946"/>
                  <a:pt x="477" y="1953"/>
                </a:cubicBezTo>
                <a:cubicBezTo>
                  <a:pt x="474" y="1960"/>
                  <a:pt x="471" y="1975"/>
                  <a:pt x="465" y="1965"/>
                </a:cubicBezTo>
                <a:cubicBezTo>
                  <a:pt x="461" y="1973"/>
                  <a:pt x="447" y="1899"/>
                  <a:pt x="441" y="1893"/>
                </a:cubicBezTo>
                <a:cubicBezTo>
                  <a:pt x="436" y="1888"/>
                  <a:pt x="415" y="1823"/>
                  <a:pt x="399" y="1815"/>
                </a:cubicBezTo>
                <a:cubicBezTo>
                  <a:pt x="388" y="1790"/>
                  <a:pt x="418" y="1780"/>
                  <a:pt x="405" y="1773"/>
                </a:cubicBezTo>
                <a:cubicBezTo>
                  <a:pt x="392" y="1766"/>
                  <a:pt x="344" y="1779"/>
                  <a:pt x="321" y="1773"/>
                </a:cubicBezTo>
                <a:cubicBezTo>
                  <a:pt x="298" y="1767"/>
                  <a:pt x="278" y="1739"/>
                  <a:pt x="267" y="1734"/>
                </a:cubicBezTo>
                <a:cubicBezTo>
                  <a:pt x="256" y="1727"/>
                  <a:pt x="272" y="1745"/>
                  <a:pt x="255" y="1743"/>
                </a:cubicBezTo>
                <a:cubicBezTo>
                  <a:pt x="238" y="1741"/>
                  <a:pt x="195" y="1722"/>
                  <a:pt x="165" y="1719"/>
                </a:cubicBezTo>
                <a:cubicBezTo>
                  <a:pt x="135" y="1716"/>
                  <a:pt x="99" y="1724"/>
                  <a:pt x="75" y="1722"/>
                </a:cubicBezTo>
                <a:cubicBezTo>
                  <a:pt x="70" y="1711"/>
                  <a:pt x="42" y="1702"/>
                  <a:pt x="21" y="1707"/>
                </a:cubicBezTo>
                <a:cubicBezTo>
                  <a:pt x="4" y="1711"/>
                  <a:pt x="0" y="1741"/>
                  <a:pt x="27" y="1686"/>
                </a:cubicBezTo>
                <a:close/>
              </a:path>
            </a:pathLst>
          </a:custGeom>
          <a:solidFill>
            <a:srgbClr val="FF99CC">
              <a:alpha val="49804"/>
            </a:srgbClr>
          </a:solidFill>
          <a:ln w="38100" cap="flat" cmpd="sng">
            <a:solidFill>
              <a:srgbClr val="FF99CC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2" name="Freeform 1044"/>
          <p:cNvSpPr>
            <a:spLocks/>
          </p:cNvSpPr>
          <p:nvPr/>
        </p:nvSpPr>
        <p:spPr bwMode="auto">
          <a:xfrm>
            <a:off x="3381357" y="357166"/>
            <a:ext cx="5826125" cy="4572000"/>
          </a:xfrm>
          <a:custGeom>
            <a:avLst/>
            <a:gdLst/>
            <a:ahLst/>
            <a:cxnLst>
              <a:cxn ang="0">
                <a:pos x="836" y="152"/>
              </a:cxn>
              <a:cxn ang="0">
                <a:pos x="452" y="320"/>
              </a:cxn>
              <a:cxn ang="0">
                <a:pos x="252" y="412"/>
              </a:cxn>
              <a:cxn ang="0">
                <a:pos x="12" y="432"/>
              </a:cxn>
              <a:cxn ang="0">
                <a:pos x="140" y="584"/>
              </a:cxn>
              <a:cxn ang="0">
                <a:pos x="216" y="724"/>
              </a:cxn>
              <a:cxn ang="0">
                <a:pos x="200" y="1000"/>
              </a:cxn>
              <a:cxn ang="0">
                <a:pos x="172" y="1236"/>
              </a:cxn>
              <a:cxn ang="0">
                <a:pos x="390" y="1346"/>
              </a:cxn>
              <a:cxn ang="0">
                <a:pos x="1085" y="1547"/>
              </a:cxn>
              <a:cxn ang="0">
                <a:pos x="1487" y="1712"/>
              </a:cxn>
              <a:cxn ang="0">
                <a:pos x="1707" y="1968"/>
              </a:cxn>
              <a:cxn ang="0">
                <a:pos x="1820" y="2382"/>
              </a:cxn>
              <a:cxn ang="0">
                <a:pos x="1760" y="2442"/>
              </a:cxn>
              <a:cxn ang="0">
                <a:pos x="1688" y="2602"/>
              </a:cxn>
              <a:cxn ang="0">
                <a:pos x="1798" y="2791"/>
              </a:cxn>
              <a:cxn ang="0">
                <a:pos x="2160" y="2934"/>
              </a:cxn>
              <a:cxn ang="0">
                <a:pos x="2282" y="3010"/>
              </a:cxn>
              <a:cxn ang="0">
                <a:pos x="2574" y="2962"/>
              </a:cxn>
              <a:cxn ang="0">
                <a:pos x="2862" y="2882"/>
              </a:cxn>
              <a:cxn ang="0">
                <a:pos x="3242" y="2886"/>
              </a:cxn>
              <a:cxn ang="0">
                <a:pos x="3502" y="3094"/>
              </a:cxn>
              <a:cxn ang="0">
                <a:pos x="3574" y="3082"/>
              </a:cxn>
              <a:cxn ang="0">
                <a:pos x="3578" y="2850"/>
              </a:cxn>
              <a:cxn ang="0">
                <a:pos x="3668" y="2600"/>
              </a:cxn>
              <a:cxn ang="0">
                <a:pos x="3712" y="2536"/>
              </a:cxn>
              <a:cxn ang="0">
                <a:pos x="3632" y="2480"/>
              </a:cxn>
              <a:cxn ang="0">
                <a:pos x="3572" y="2407"/>
              </a:cxn>
              <a:cxn ang="0">
                <a:pos x="3484" y="2312"/>
              </a:cxn>
              <a:cxn ang="0">
                <a:pos x="3432" y="2000"/>
              </a:cxn>
              <a:cxn ang="0">
                <a:pos x="3260" y="2004"/>
              </a:cxn>
              <a:cxn ang="0">
                <a:pos x="2940" y="2004"/>
              </a:cxn>
              <a:cxn ang="0">
                <a:pos x="2776" y="1652"/>
              </a:cxn>
              <a:cxn ang="0">
                <a:pos x="2804" y="1328"/>
              </a:cxn>
              <a:cxn ang="0">
                <a:pos x="2736" y="1216"/>
              </a:cxn>
              <a:cxn ang="0">
                <a:pos x="2475" y="1163"/>
              </a:cxn>
              <a:cxn ang="0">
                <a:pos x="2328" y="1044"/>
              </a:cxn>
              <a:cxn ang="0">
                <a:pos x="2056" y="908"/>
              </a:cxn>
              <a:cxn ang="0">
                <a:pos x="1652" y="808"/>
              </a:cxn>
              <a:cxn ang="0">
                <a:pos x="1330" y="492"/>
              </a:cxn>
              <a:cxn ang="0">
                <a:pos x="1342" y="280"/>
              </a:cxn>
              <a:cxn ang="0">
                <a:pos x="1340" y="84"/>
              </a:cxn>
              <a:cxn ang="0">
                <a:pos x="1108" y="20"/>
              </a:cxn>
            </a:cxnLst>
            <a:rect l="0" t="0" r="r" b="b"/>
            <a:pathLst>
              <a:path w="3756" h="3128">
                <a:moveTo>
                  <a:pt x="1112" y="20"/>
                </a:moveTo>
                <a:cubicBezTo>
                  <a:pt x="1071" y="36"/>
                  <a:pt x="914" y="94"/>
                  <a:pt x="868" y="116"/>
                </a:cubicBezTo>
                <a:cubicBezTo>
                  <a:pt x="822" y="138"/>
                  <a:pt x="867" y="134"/>
                  <a:pt x="836" y="152"/>
                </a:cubicBezTo>
                <a:cubicBezTo>
                  <a:pt x="805" y="170"/>
                  <a:pt x="723" y="202"/>
                  <a:pt x="680" y="224"/>
                </a:cubicBezTo>
                <a:cubicBezTo>
                  <a:pt x="637" y="246"/>
                  <a:pt x="618" y="268"/>
                  <a:pt x="580" y="284"/>
                </a:cubicBezTo>
                <a:cubicBezTo>
                  <a:pt x="542" y="300"/>
                  <a:pt x="483" y="303"/>
                  <a:pt x="452" y="320"/>
                </a:cubicBezTo>
                <a:cubicBezTo>
                  <a:pt x="421" y="337"/>
                  <a:pt x="416" y="367"/>
                  <a:pt x="392" y="388"/>
                </a:cubicBezTo>
                <a:cubicBezTo>
                  <a:pt x="368" y="409"/>
                  <a:pt x="331" y="444"/>
                  <a:pt x="308" y="448"/>
                </a:cubicBezTo>
                <a:cubicBezTo>
                  <a:pt x="285" y="452"/>
                  <a:pt x="292" y="421"/>
                  <a:pt x="252" y="412"/>
                </a:cubicBezTo>
                <a:cubicBezTo>
                  <a:pt x="212" y="403"/>
                  <a:pt x="103" y="395"/>
                  <a:pt x="68" y="392"/>
                </a:cubicBezTo>
                <a:cubicBezTo>
                  <a:pt x="68" y="392"/>
                  <a:pt x="43" y="395"/>
                  <a:pt x="43" y="395"/>
                </a:cubicBezTo>
                <a:cubicBezTo>
                  <a:pt x="39" y="400"/>
                  <a:pt x="0" y="404"/>
                  <a:pt x="12" y="432"/>
                </a:cubicBezTo>
                <a:cubicBezTo>
                  <a:pt x="22" y="455"/>
                  <a:pt x="85" y="511"/>
                  <a:pt x="100" y="532"/>
                </a:cubicBezTo>
                <a:cubicBezTo>
                  <a:pt x="115" y="553"/>
                  <a:pt x="93" y="551"/>
                  <a:pt x="100" y="560"/>
                </a:cubicBezTo>
                <a:cubicBezTo>
                  <a:pt x="105" y="571"/>
                  <a:pt x="130" y="569"/>
                  <a:pt x="140" y="584"/>
                </a:cubicBezTo>
                <a:cubicBezTo>
                  <a:pt x="150" y="599"/>
                  <a:pt x="149" y="632"/>
                  <a:pt x="160" y="648"/>
                </a:cubicBezTo>
                <a:cubicBezTo>
                  <a:pt x="171" y="664"/>
                  <a:pt x="199" y="667"/>
                  <a:pt x="208" y="680"/>
                </a:cubicBezTo>
                <a:cubicBezTo>
                  <a:pt x="217" y="693"/>
                  <a:pt x="207" y="704"/>
                  <a:pt x="216" y="724"/>
                </a:cubicBezTo>
                <a:cubicBezTo>
                  <a:pt x="225" y="744"/>
                  <a:pt x="263" y="762"/>
                  <a:pt x="262" y="797"/>
                </a:cubicBezTo>
                <a:cubicBezTo>
                  <a:pt x="256" y="852"/>
                  <a:pt x="223" y="883"/>
                  <a:pt x="208" y="936"/>
                </a:cubicBezTo>
                <a:cubicBezTo>
                  <a:pt x="188" y="964"/>
                  <a:pt x="210" y="986"/>
                  <a:pt x="200" y="1000"/>
                </a:cubicBezTo>
                <a:cubicBezTo>
                  <a:pt x="192" y="1011"/>
                  <a:pt x="195" y="1023"/>
                  <a:pt x="189" y="1035"/>
                </a:cubicBezTo>
                <a:cubicBezTo>
                  <a:pt x="190" y="1058"/>
                  <a:pt x="171" y="1101"/>
                  <a:pt x="180" y="1144"/>
                </a:cubicBezTo>
                <a:cubicBezTo>
                  <a:pt x="177" y="1177"/>
                  <a:pt x="171" y="1211"/>
                  <a:pt x="172" y="1236"/>
                </a:cubicBezTo>
                <a:cubicBezTo>
                  <a:pt x="173" y="1261"/>
                  <a:pt x="163" y="1280"/>
                  <a:pt x="184" y="1292"/>
                </a:cubicBezTo>
                <a:cubicBezTo>
                  <a:pt x="200" y="1303"/>
                  <a:pt x="281" y="1303"/>
                  <a:pt x="299" y="1309"/>
                </a:cubicBezTo>
                <a:cubicBezTo>
                  <a:pt x="336" y="1348"/>
                  <a:pt x="305" y="1322"/>
                  <a:pt x="390" y="1346"/>
                </a:cubicBezTo>
                <a:cubicBezTo>
                  <a:pt x="463" y="1366"/>
                  <a:pt x="537" y="1380"/>
                  <a:pt x="610" y="1401"/>
                </a:cubicBezTo>
                <a:cubicBezTo>
                  <a:pt x="655" y="1414"/>
                  <a:pt x="692" y="1447"/>
                  <a:pt x="738" y="1456"/>
                </a:cubicBezTo>
                <a:cubicBezTo>
                  <a:pt x="857" y="1479"/>
                  <a:pt x="970" y="1509"/>
                  <a:pt x="1085" y="1547"/>
                </a:cubicBezTo>
                <a:cubicBezTo>
                  <a:pt x="1147" y="1567"/>
                  <a:pt x="1206" y="1600"/>
                  <a:pt x="1268" y="1620"/>
                </a:cubicBezTo>
                <a:cubicBezTo>
                  <a:pt x="1290" y="1643"/>
                  <a:pt x="1308" y="1665"/>
                  <a:pt x="1341" y="1675"/>
                </a:cubicBezTo>
                <a:cubicBezTo>
                  <a:pt x="1389" y="1690"/>
                  <a:pt x="1487" y="1712"/>
                  <a:pt x="1487" y="1712"/>
                </a:cubicBezTo>
                <a:cubicBezTo>
                  <a:pt x="1510" y="1734"/>
                  <a:pt x="1543" y="1740"/>
                  <a:pt x="1561" y="1767"/>
                </a:cubicBezTo>
                <a:cubicBezTo>
                  <a:pt x="1598" y="1821"/>
                  <a:pt x="1633" y="1877"/>
                  <a:pt x="1670" y="1931"/>
                </a:cubicBezTo>
                <a:cubicBezTo>
                  <a:pt x="1719" y="2003"/>
                  <a:pt x="1659" y="1895"/>
                  <a:pt x="1707" y="1968"/>
                </a:cubicBezTo>
                <a:cubicBezTo>
                  <a:pt x="1727" y="1999"/>
                  <a:pt x="1735" y="2016"/>
                  <a:pt x="1762" y="2041"/>
                </a:cubicBezTo>
                <a:cubicBezTo>
                  <a:pt x="1788" y="2093"/>
                  <a:pt x="1827" y="2135"/>
                  <a:pt x="1853" y="2187"/>
                </a:cubicBezTo>
                <a:cubicBezTo>
                  <a:pt x="1847" y="2260"/>
                  <a:pt x="1837" y="2310"/>
                  <a:pt x="1820" y="2382"/>
                </a:cubicBezTo>
                <a:cubicBezTo>
                  <a:pt x="1817" y="2395"/>
                  <a:pt x="1808" y="2415"/>
                  <a:pt x="1798" y="2425"/>
                </a:cubicBezTo>
                <a:cubicBezTo>
                  <a:pt x="1790" y="2437"/>
                  <a:pt x="1781" y="2442"/>
                  <a:pt x="1772" y="2454"/>
                </a:cubicBezTo>
                <a:cubicBezTo>
                  <a:pt x="1766" y="2457"/>
                  <a:pt x="1765" y="2435"/>
                  <a:pt x="1760" y="2442"/>
                </a:cubicBezTo>
                <a:cubicBezTo>
                  <a:pt x="1755" y="2449"/>
                  <a:pt x="1751" y="2481"/>
                  <a:pt x="1743" y="2498"/>
                </a:cubicBezTo>
                <a:cubicBezTo>
                  <a:pt x="1732" y="2515"/>
                  <a:pt x="1724" y="2534"/>
                  <a:pt x="1712" y="2546"/>
                </a:cubicBezTo>
                <a:cubicBezTo>
                  <a:pt x="1703" y="2563"/>
                  <a:pt x="1708" y="2578"/>
                  <a:pt x="1688" y="2602"/>
                </a:cubicBezTo>
                <a:cubicBezTo>
                  <a:pt x="1663" y="2654"/>
                  <a:pt x="1653" y="2706"/>
                  <a:pt x="1689" y="2754"/>
                </a:cubicBezTo>
                <a:cubicBezTo>
                  <a:pt x="1696" y="2783"/>
                  <a:pt x="1718" y="2792"/>
                  <a:pt x="1736" y="2798"/>
                </a:cubicBezTo>
                <a:cubicBezTo>
                  <a:pt x="1754" y="2804"/>
                  <a:pt x="1766" y="2790"/>
                  <a:pt x="1798" y="2791"/>
                </a:cubicBezTo>
                <a:cubicBezTo>
                  <a:pt x="1864" y="2810"/>
                  <a:pt x="1860" y="2802"/>
                  <a:pt x="1928" y="2802"/>
                </a:cubicBezTo>
                <a:cubicBezTo>
                  <a:pt x="1983" y="2829"/>
                  <a:pt x="2064" y="2854"/>
                  <a:pt x="2096" y="2910"/>
                </a:cubicBezTo>
                <a:cubicBezTo>
                  <a:pt x="2132" y="2935"/>
                  <a:pt x="2145" y="2924"/>
                  <a:pt x="2160" y="2934"/>
                </a:cubicBezTo>
                <a:cubicBezTo>
                  <a:pt x="2175" y="2944"/>
                  <a:pt x="2175" y="2961"/>
                  <a:pt x="2188" y="2970"/>
                </a:cubicBezTo>
                <a:cubicBezTo>
                  <a:pt x="2201" y="2979"/>
                  <a:pt x="2222" y="2979"/>
                  <a:pt x="2238" y="2986"/>
                </a:cubicBezTo>
                <a:cubicBezTo>
                  <a:pt x="2254" y="2993"/>
                  <a:pt x="2253" y="3007"/>
                  <a:pt x="2282" y="3010"/>
                </a:cubicBezTo>
                <a:cubicBezTo>
                  <a:pt x="2311" y="3013"/>
                  <a:pt x="2375" y="3013"/>
                  <a:pt x="2414" y="3006"/>
                </a:cubicBezTo>
                <a:cubicBezTo>
                  <a:pt x="2451" y="3003"/>
                  <a:pt x="2409" y="2980"/>
                  <a:pt x="2514" y="2966"/>
                </a:cubicBezTo>
                <a:cubicBezTo>
                  <a:pt x="2541" y="2959"/>
                  <a:pt x="2551" y="2964"/>
                  <a:pt x="2574" y="2962"/>
                </a:cubicBezTo>
                <a:cubicBezTo>
                  <a:pt x="2597" y="2960"/>
                  <a:pt x="2623" y="2961"/>
                  <a:pt x="2650" y="2954"/>
                </a:cubicBezTo>
                <a:cubicBezTo>
                  <a:pt x="2677" y="2947"/>
                  <a:pt x="2699" y="2930"/>
                  <a:pt x="2734" y="2918"/>
                </a:cubicBezTo>
                <a:cubicBezTo>
                  <a:pt x="2769" y="2906"/>
                  <a:pt x="2819" y="2890"/>
                  <a:pt x="2862" y="2882"/>
                </a:cubicBezTo>
                <a:cubicBezTo>
                  <a:pt x="2905" y="2874"/>
                  <a:pt x="2956" y="2870"/>
                  <a:pt x="2990" y="2870"/>
                </a:cubicBezTo>
                <a:cubicBezTo>
                  <a:pt x="3024" y="2870"/>
                  <a:pt x="3024" y="2879"/>
                  <a:pt x="3066" y="2882"/>
                </a:cubicBezTo>
                <a:cubicBezTo>
                  <a:pt x="3130" y="2878"/>
                  <a:pt x="2985" y="2863"/>
                  <a:pt x="3242" y="2886"/>
                </a:cubicBezTo>
                <a:cubicBezTo>
                  <a:pt x="3290" y="2910"/>
                  <a:pt x="3360" y="2957"/>
                  <a:pt x="3422" y="2978"/>
                </a:cubicBezTo>
                <a:cubicBezTo>
                  <a:pt x="3428" y="2990"/>
                  <a:pt x="3482" y="3013"/>
                  <a:pt x="3486" y="3026"/>
                </a:cubicBezTo>
                <a:cubicBezTo>
                  <a:pt x="3499" y="3047"/>
                  <a:pt x="3497" y="3078"/>
                  <a:pt x="3502" y="3094"/>
                </a:cubicBezTo>
                <a:cubicBezTo>
                  <a:pt x="3507" y="3110"/>
                  <a:pt x="3512" y="3119"/>
                  <a:pt x="3517" y="3120"/>
                </a:cubicBezTo>
                <a:cubicBezTo>
                  <a:pt x="3521" y="3128"/>
                  <a:pt x="3529" y="3107"/>
                  <a:pt x="3535" y="3101"/>
                </a:cubicBezTo>
                <a:cubicBezTo>
                  <a:pt x="3541" y="3095"/>
                  <a:pt x="3568" y="3088"/>
                  <a:pt x="3574" y="3082"/>
                </a:cubicBezTo>
                <a:cubicBezTo>
                  <a:pt x="3576" y="3067"/>
                  <a:pt x="3537" y="3045"/>
                  <a:pt x="3530" y="3022"/>
                </a:cubicBezTo>
                <a:cubicBezTo>
                  <a:pt x="3523" y="2999"/>
                  <a:pt x="3526" y="2971"/>
                  <a:pt x="3534" y="2942"/>
                </a:cubicBezTo>
                <a:cubicBezTo>
                  <a:pt x="3542" y="2913"/>
                  <a:pt x="3565" y="2875"/>
                  <a:pt x="3578" y="2850"/>
                </a:cubicBezTo>
                <a:cubicBezTo>
                  <a:pt x="3584" y="2838"/>
                  <a:pt x="3600" y="2804"/>
                  <a:pt x="3610" y="2794"/>
                </a:cubicBezTo>
                <a:cubicBezTo>
                  <a:pt x="3619" y="2784"/>
                  <a:pt x="3639" y="2751"/>
                  <a:pt x="3642" y="2738"/>
                </a:cubicBezTo>
                <a:cubicBezTo>
                  <a:pt x="3658" y="2673"/>
                  <a:pt x="3652" y="2665"/>
                  <a:pt x="3668" y="2600"/>
                </a:cubicBezTo>
                <a:cubicBezTo>
                  <a:pt x="3671" y="2587"/>
                  <a:pt x="3705" y="2583"/>
                  <a:pt x="3716" y="2576"/>
                </a:cubicBezTo>
                <a:cubicBezTo>
                  <a:pt x="3723" y="2571"/>
                  <a:pt x="3750" y="2558"/>
                  <a:pt x="3756" y="2552"/>
                </a:cubicBezTo>
                <a:cubicBezTo>
                  <a:pt x="3755" y="2545"/>
                  <a:pt x="3723" y="2540"/>
                  <a:pt x="3712" y="2536"/>
                </a:cubicBezTo>
                <a:cubicBezTo>
                  <a:pt x="3702" y="2533"/>
                  <a:pt x="3703" y="2541"/>
                  <a:pt x="3696" y="2536"/>
                </a:cubicBezTo>
                <a:cubicBezTo>
                  <a:pt x="3689" y="2531"/>
                  <a:pt x="3683" y="2513"/>
                  <a:pt x="3672" y="2504"/>
                </a:cubicBezTo>
                <a:cubicBezTo>
                  <a:pt x="3661" y="2495"/>
                  <a:pt x="3641" y="2489"/>
                  <a:pt x="3632" y="2480"/>
                </a:cubicBezTo>
                <a:cubicBezTo>
                  <a:pt x="3626" y="2468"/>
                  <a:pt x="3627" y="2460"/>
                  <a:pt x="3616" y="2452"/>
                </a:cubicBezTo>
                <a:cubicBezTo>
                  <a:pt x="3611" y="2443"/>
                  <a:pt x="3595" y="2447"/>
                  <a:pt x="3588" y="2440"/>
                </a:cubicBezTo>
                <a:cubicBezTo>
                  <a:pt x="3581" y="2433"/>
                  <a:pt x="3577" y="2418"/>
                  <a:pt x="3572" y="2407"/>
                </a:cubicBezTo>
                <a:cubicBezTo>
                  <a:pt x="3569" y="2397"/>
                  <a:pt x="3559" y="2388"/>
                  <a:pt x="3556" y="2376"/>
                </a:cubicBezTo>
                <a:cubicBezTo>
                  <a:pt x="3553" y="2364"/>
                  <a:pt x="3564" y="2343"/>
                  <a:pt x="3552" y="2332"/>
                </a:cubicBezTo>
                <a:cubicBezTo>
                  <a:pt x="3540" y="2321"/>
                  <a:pt x="3509" y="2337"/>
                  <a:pt x="3484" y="2312"/>
                </a:cubicBezTo>
                <a:cubicBezTo>
                  <a:pt x="3444" y="2232"/>
                  <a:pt x="3432" y="2236"/>
                  <a:pt x="3404" y="2180"/>
                </a:cubicBezTo>
                <a:cubicBezTo>
                  <a:pt x="3391" y="2145"/>
                  <a:pt x="3424" y="2136"/>
                  <a:pt x="3424" y="2104"/>
                </a:cubicBezTo>
                <a:cubicBezTo>
                  <a:pt x="3429" y="2074"/>
                  <a:pt x="3432" y="2021"/>
                  <a:pt x="3432" y="2000"/>
                </a:cubicBezTo>
                <a:cubicBezTo>
                  <a:pt x="3432" y="1979"/>
                  <a:pt x="3437" y="1976"/>
                  <a:pt x="3424" y="1976"/>
                </a:cubicBezTo>
                <a:cubicBezTo>
                  <a:pt x="3408" y="1971"/>
                  <a:pt x="3398" y="1995"/>
                  <a:pt x="3356" y="2000"/>
                </a:cubicBezTo>
                <a:cubicBezTo>
                  <a:pt x="3329" y="2005"/>
                  <a:pt x="3281" y="2001"/>
                  <a:pt x="3260" y="2004"/>
                </a:cubicBezTo>
                <a:cubicBezTo>
                  <a:pt x="3239" y="2007"/>
                  <a:pt x="3243" y="2020"/>
                  <a:pt x="3228" y="2020"/>
                </a:cubicBezTo>
                <a:cubicBezTo>
                  <a:pt x="3213" y="2020"/>
                  <a:pt x="3218" y="2007"/>
                  <a:pt x="3170" y="2004"/>
                </a:cubicBezTo>
                <a:cubicBezTo>
                  <a:pt x="3125" y="1998"/>
                  <a:pt x="2986" y="2013"/>
                  <a:pt x="2940" y="2004"/>
                </a:cubicBezTo>
                <a:cubicBezTo>
                  <a:pt x="2894" y="1995"/>
                  <a:pt x="2911" y="1981"/>
                  <a:pt x="2895" y="1949"/>
                </a:cubicBezTo>
                <a:cubicBezTo>
                  <a:pt x="2856" y="1832"/>
                  <a:pt x="2888" y="1859"/>
                  <a:pt x="2844" y="1812"/>
                </a:cubicBezTo>
                <a:cubicBezTo>
                  <a:pt x="2828" y="1763"/>
                  <a:pt x="2776" y="1687"/>
                  <a:pt x="2776" y="1652"/>
                </a:cubicBezTo>
                <a:cubicBezTo>
                  <a:pt x="2776" y="1617"/>
                  <a:pt x="2827" y="1616"/>
                  <a:pt x="2841" y="1602"/>
                </a:cubicBezTo>
                <a:cubicBezTo>
                  <a:pt x="2847" y="1590"/>
                  <a:pt x="2860" y="1579"/>
                  <a:pt x="2859" y="1565"/>
                </a:cubicBezTo>
                <a:cubicBezTo>
                  <a:pt x="2851" y="1484"/>
                  <a:pt x="2821" y="1407"/>
                  <a:pt x="2804" y="1328"/>
                </a:cubicBezTo>
                <a:cubicBezTo>
                  <a:pt x="2799" y="1304"/>
                  <a:pt x="2802" y="1275"/>
                  <a:pt x="2786" y="1255"/>
                </a:cubicBezTo>
                <a:cubicBezTo>
                  <a:pt x="2780" y="1239"/>
                  <a:pt x="2752" y="1250"/>
                  <a:pt x="2744" y="1244"/>
                </a:cubicBezTo>
                <a:cubicBezTo>
                  <a:pt x="2736" y="1238"/>
                  <a:pt x="2759" y="1229"/>
                  <a:pt x="2736" y="1216"/>
                </a:cubicBezTo>
                <a:cubicBezTo>
                  <a:pt x="2676" y="1208"/>
                  <a:pt x="2693" y="1181"/>
                  <a:pt x="2603" y="1163"/>
                </a:cubicBezTo>
                <a:cubicBezTo>
                  <a:pt x="2597" y="1145"/>
                  <a:pt x="2602" y="1117"/>
                  <a:pt x="2585" y="1108"/>
                </a:cubicBezTo>
                <a:cubicBezTo>
                  <a:pt x="2564" y="1098"/>
                  <a:pt x="2494" y="1153"/>
                  <a:pt x="2475" y="1163"/>
                </a:cubicBezTo>
                <a:cubicBezTo>
                  <a:pt x="2448" y="1169"/>
                  <a:pt x="2438" y="1153"/>
                  <a:pt x="2420" y="1144"/>
                </a:cubicBezTo>
                <a:cubicBezTo>
                  <a:pt x="2408" y="1133"/>
                  <a:pt x="2415" y="1113"/>
                  <a:pt x="2400" y="1096"/>
                </a:cubicBezTo>
                <a:cubicBezTo>
                  <a:pt x="2325" y="1045"/>
                  <a:pt x="2377" y="1090"/>
                  <a:pt x="2328" y="1044"/>
                </a:cubicBezTo>
                <a:cubicBezTo>
                  <a:pt x="2300" y="986"/>
                  <a:pt x="2262" y="1019"/>
                  <a:pt x="2201" y="999"/>
                </a:cubicBezTo>
                <a:cubicBezTo>
                  <a:pt x="2170" y="986"/>
                  <a:pt x="2164" y="1005"/>
                  <a:pt x="2140" y="996"/>
                </a:cubicBezTo>
                <a:cubicBezTo>
                  <a:pt x="2116" y="981"/>
                  <a:pt x="2082" y="929"/>
                  <a:pt x="2056" y="908"/>
                </a:cubicBezTo>
                <a:cubicBezTo>
                  <a:pt x="2018" y="868"/>
                  <a:pt x="2036" y="898"/>
                  <a:pt x="1981" y="871"/>
                </a:cubicBezTo>
                <a:cubicBezTo>
                  <a:pt x="1940" y="820"/>
                  <a:pt x="1919" y="817"/>
                  <a:pt x="1853" y="797"/>
                </a:cubicBezTo>
                <a:cubicBezTo>
                  <a:pt x="1768" y="804"/>
                  <a:pt x="1738" y="830"/>
                  <a:pt x="1652" y="808"/>
                </a:cubicBezTo>
                <a:cubicBezTo>
                  <a:pt x="1627" y="802"/>
                  <a:pt x="1476" y="688"/>
                  <a:pt x="1433" y="669"/>
                </a:cubicBezTo>
                <a:cubicBezTo>
                  <a:pt x="1408" y="658"/>
                  <a:pt x="1378" y="628"/>
                  <a:pt x="1378" y="628"/>
                </a:cubicBezTo>
                <a:cubicBezTo>
                  <a:pt x="1363" y="600"/>
                  <a:pt x="1338" y="531"/>
                  <a:pt x="1330" y="492"/>
                </a:cubicBezTo>
                <a:cubicBezTo>
                  <a:pt x="1325" y="453"/>
                  <a:pt x="1343" y="417"/>
                  <a:pt x="1346" y="392"/>
                </a:cubicBezTo>
                <a:cubicBezTo>
                  <a:pt x="1349" y="367"/>
                  <a:pt x="1347" y="363"/>
                  <a:pt x="1346" y="344"/>
                </a:cubicBezTo>
                <a:cubicBezTo>
                  <a:pt x="1345" y="325"/>
                  <a:pt x="1350" y="299"/>
                  <a:pt x="1342" y="280"/>
                </a:cubicBezTo>
                <a:cubicBezTo>
                  <a:pt x="1334" y="261"/>
                  <a:pt x="1300" y="249"/>
                  <a:pt x="1298" y="232"/>
                </a:cubicBezTo>
                <a:cubicBezTo>
                  <a:pt x="1292" y="213"/>
                  <a:pt x="1328" y="201"/>
                  <a:pt x="1332" y="176"/>
                </a:cubicBezTo>
                <a:cubicBezTo>
                  <a:pt x="1339" y="151"/>
                  <a:pt x="1339" y="109"/>
                  <a:pt x="1340" y="84"/>
                </a:cubicBezTo>
                <a:cubicBezTo>
                  <a:pt x="1341" y="59"/>
                  <a:pt x="1361" y="29"/>
                  <a:pt x="1340" y="24"/>
                </a:cubicBezTo>
                <a:cubicBezTo>
                  <a:pt x="1292" y="0"/>
                  <a:pt x="1236" y="44"/>
                  <a:pt x="1212" y="56"/>
                </a:cubicBezTo>
                <a:cubicBezTo>
                  <a:pt x="1188" y="53"/>
                  <a:pt x="1130" y="28"/>
                  <a:pt x="1108" y="20"/>
                </a:cubicBezTo>
              </a:path>
            </a:pathLst>
          </a:custGeom>
          <a:solidFill>
            <a:srgbClr val="FFFF00">
              <a:alpha val="50000"/>
            </a:srgbClr>
          </a:solidFill>
          <a:ln w="38100" cap="flat" cmpd="sng">
            <a:solidFill>
              <a:srgbClr val="FFFF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4" name="Placa 23">
            <a:extLst>
              <a:ext uri="{FF2B5EF4-FFF2-40B4-BE49-F238E27FC236}">
                <a16:creationId xmlns:a16="http://schemas.microsoft.com/office/drawing/2014/main" id="{53227DBE-ACEC-7585-20C5-7B4BFDC4E130}"/>
              </a:ext>
            </a:extLst>
          </p:cNvPr>
          <p:cNvSpPr/>
          <p:nvPr/>
        </p:nvSpPr>
        <p:spPr>
          <a:xfrm>
            <a:off x="6681788" y="260649"/>
            <a:ext cx="3289301" cy="783927"/>
          </a:xfrm>
          <a:prstGeom prst="plaqu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latin typeface="Bahnschrift SemiBold" panose="020B0502040204020203" pitchFamily="34" charset="0"/>
              </a:rPr>
              <a:t>TEATROS DE OPERACIONES</a:t>
            </a:r>
            <a:endParaRPr lang="es-BO" sz="2800" b="1" dirty="0"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43 CuadroTexto"/>
          <p:cNvSpPr txBox="1"/>
          <p:nvPr/>
        </p:nvSpPr>
        <p:spPr>
          <a:xfrm>
            <a:off x="3595670" y="4809192"/>
            <a:ext cx="3357586" cy="1477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s-ES" dirty="0">
              <a:latin typeface="Bahnschrift SemiBold" panose="020B0502040204020203" pitchFamily="34" charset="0"/>
            </a:endParaRPr>
          </a:p>
          <a:p>
            <a:endParaRPr lang="es-ES" dirty="0">
              <a:latin typeface="Bahnschrift SemiBold" panose="020B0502040204020203" pitchFamily="34" charset="0"/>
            </a:endParaRPr>
          </a:p>
          <a:p>
            <a:endParaRPr lang="es-ES" dirty="0">
              <a:latin typeface="Bahnschrift SemiBold" panose="020B0502040204020203" pitchFamily="34" charset="0"/>
            </a:endParaRPr>
          </a:p>
          <a:p>
            <a:endParaRPr lang="es-ES" dirty="0">
              <a:latin typeface="Bahnschrift SemiBold" panose="020B0502040204020203" pitchFamily="34" charset="0"/>
            </a:endParaRPr>
          </a:p>
          <a:p>
            <a:endParaRPr lang="es-ES" dirty="0">
              <a:latin typeface="Bahnschrift SemiBold" panose="020B0502040204020203" pitchFamily="34" charset="0"/>
            </a:endParaRPr>
          </a:p>
        </p:txBody>
      </p:sp>
      <p:sp>
        <p:nvSpPr>
          <p:cNvPr id="43" name="42 CuadroTexto"/>
          <p:cNvSpPr txBox="1"/>
          <p:nvPr/>
        </p:nvSpPr>
        <p:spPr>
          <a:xfrm>
            <a:off x="3595670" y="3714752"/>
            <a:ext cx="3357586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s-ES" dirty="0">
              <a:latin typeface="Bahnschrift SemiBold" panose="020B0502040204020203" pitchFamily="34" charset="0"/>
            </a:endParaRPr>
          </a:p>
          <a:p>
            <a:endParaRPr lang="es-ES" dirty="0">
              <a:latin typeface="Bahnschrift SemiBold" panose="020B0502040204020203" pitchFamily="34" charset="0"/>
            </a:endParaRPr>
          </a:p>
          <a:p>
            <a:endParaRPr lang="es-ES" dirty="0">
              <a:latin typeface="Bahnschrift SemiBold" panose="020B0502040204020203" pitchFamily="34" charset="0"/>
            </a:endParaRPr>
          </a:p>
        </p:txBody>
      </p:sp>
      <p:sp>
        <p:nvSpPr>
          <p:cNvPr id="39" name="38 CuadroTexto"/>
          <p:cNvSpPr txBox="1"/>
          <p:nvPr/>
        </p:nvSpPr>
        <p:spPr>
          <a:xfrm>
            <a:off x="3595670" y="2571744"/>
            <a:ext cx="3357586" cy="923330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endParaRPr lang="es-ES" dirty="0">
              <a:latin typeface="Bahnschrift SemiBold" panose="020B0502040204020203" pitchFamily="34" charset="0"/>
            </a:endParaRPr>
          </a:p>
          <a:p>
            <a:endParaRPr lang="es-ES" dirty="0">
              <a:latin typeface="Bahnschrift SemiBold" panose="020B0502040204020203" pitchFamily="34" charset="0"/>
            </a:endParaRPr>
          </a:p>
          <a:p>
            <a:endParaRPr lang="es-ES" dirty="0">
              <a:latin typeface="Bahnschrift SemiBold" panose="020B0502040204020203" pitchFamily="34" charset="0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3595670" y="1357298"/>
            <a:ext cx="3357586" cy="923330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endParaRPr lang="es-ES" dirty="0">
              <a:latin typeface="Bahnschrift SemiBold" panose="020B0502040204020203" pitchFamily="34" charset="0"/>
            </a:endParaRPr>
          </a:p>
          <a:p>
            <a:endParaRPr lang="es-ES" dirty="0">
              <a:latin typeface="Bahnschrift SemiBold" panose="020B0502040204020203" pitchFamily="34" charset="0"/>
            </a:endParaRPr>
          </a:p>
          <a:p>
            <a:endParaRPr lang="es-ES" dirty="0">
              <a:latin typeface="Bahnschrift SemiBold" panose="020B0502040204020203" pitchFamily="34" charset="0"/>
            </a:endParaRPr>
          </a:p>
        </p:txBody>
      </p:sp>
      <p:cxnSp>
        <p:nvCxnSpPr>
          <p:cNvPr id="4" name="3 Conector recto"/>
          <p:cNvCxnSpPr/>
          <p:nvPr/>
        </p:nvCxnSpPr>
        <p:spPr>
          <a:xfrm rot="5400000">
            <a:off x="950913" y="3857626"/>
            <a:ext cx="5145088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4 Conector recto"/>
          <p:cNvCxnSpPr/>
          <p:nvPr/>
        </p:nvCxnSpPr>
        <p:spPr>
          <a:xfrm rot="5400000">
            <a:off x="4453732" y="3856832"/>
            <a:ext cx="5143500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Conector recto"/>
          <p:cNvCxnSpPr/>
          <p:nvPr/>
        </p:nvCxnSpPr>
        <p:spPr>
          <a:xfrm rot="16200000" flipH="1">
            <a:off x="5014913" y="2133600"/>
            <a:ext cx="5905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6453188" y="2428875"/>
            <a:ext cx="5715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5" name="10 CuadroTexto"/>
          <p:cNvSpPr txBox="1">
            <a:spLocks noChangeArrowheads="1"/>
          </p:cNvSpPr>
          <p:nvPr/>
        </p:nvSpPr>
        <p:spPr bwMode="auto">
          <a:xfrm>
            <a:off x="5492802" y="1575876"/>
            <a:ext cx="138901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Zona de combate</a:t>
            </a:r>
          </a:p>
        </p:txBody>
      </p:sp>
      <p:sp>
        <p:nvSpPr>
          <p:cNvPr id="7176" name="12 CuadroTexto"/>
          <p:cNvSpPr txBox="1">
            <a:spLocks noChangeArrowheads="1"/>
          </p:cNvSpPr>
          <p:nvPr/>
        </p:nvSpPr>
        <p:spPr bwMode="auto">
          <a:xfrm>
            <a:off x="5162750" y="1500189"/>
            <a:ext cx="35718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1100" dirty="0">
                <a:latin typeface="Bahnschrift SemiBold" panose="020B0502040204020203" pitchFamily="34" charset="0"/>
              </a:rPr>
              <a:t>X</a:t>
            </a:r>
          </a:p>
          <a:p>
            <a:pPr algn="ctr"/>
            <a:r>
              <a:rPr lang="es-ES" sz="1100" dirty="0">
                <a:latin typeface="Bahnschrift SemiBold" panose="020B0502040204020203" pitchFamily="34" charset="0"/>
              </a:rPr>
              <a:t>X</a:t>
            </a:r>
          </a:p>
        </p:txBody>
      </p:sp>
      <p:cxnSp>
        <p:nvCxnSpPr>
          <p:cNvPr id="14" name="13 Conector recto"/>
          <p:cNvCxnSpPr/>
          <p:nvPr/>
        </p:nvCxnSpPr>
        <p:spPr>
          <a:xfrm rot="5400000">
            <a:off x="5096670" y="1285083"/>
            <a:ext cx="428625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8" name="22 CuadroTexto"/>
          <p:cNvSpPr txBox="1">
            <a:spLocks noChangeArrowheads="1"/>
          </p:cNvSpPr>
          <p:nvPr/>
        </p:nvSpPr>
        <p:spPr bwMode="auto">
          <a:xfrm>
            <a:off x="4167188" y="2286001"/>
            <a:ext cx="500062" cy="311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100" dirty="0">
                <a:latin typeface="Bahnschrift SemiBold" panose="020B0502040204020203" pitchFamily="34" charset="0"/>
              </a:rPr>
              <a:t>X </a:t>
            </a:r>
            <a:r>
              <a:rPr lang="es-ES" sz="1100" dirty="0" err="1">
                <a:latin typeface="Bahnschrift SemiBold" panose="020B0502040204020203" pitchFamily="34" charset="0"/>
              </a:rPr>
              <a:t>X</a:t>
            </a:r>
            <a:endParaRPr lang="es-ES" sz="1100" dirty="0">
              <a:latin typeface="Bahnschrift SemiBold" panose="020B0502040204020203" pitchFamily="34" charset="0"/>
            </a:endParaRPr>
          </a:p>
        </p:txBody>
      </p:sp>
      <p:cxnSp>
        <p:nvCxnSpPr>
          <p:cNvPr id="25" name="24 Conector recto"/>
          <p:cNvCxnSpPr/>
          <p:nvPr/>
        </p:nvCxnSpPr>
        <p:spPr>
          <a:xfrm>
            <a:off x="3524251" y="2428875"/>
            <a:ext cx="785813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4524376" y="2428875"/>
            <a:ext cx="785813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>
            <a:off x="5310188" y="2428875"/>
            <a:ext cx="78581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2" name="29 CuadroTexto"/>
          <p:cNvSpPr txBox="1">
            <a:spLocks noChangeArrowheads="1"/>
          </p:cNvSpPr>
          <p:nvPr/>
        </p:nvSpPr>
        <p:spPr bwMode="auto">
          <a:xfrm>
            <a:off x="6024563" y="2286000"/>
            <a:ext cx="50006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1100">
                <a:latin typeface="Bahnschrift SemiBold" panose="020B0502040204020203" pitchFamily="34" charset="0"/>
              </a:rPr>
              <a:t>X X</a:t>
            </a:r>
          </a:p>
        </p:txBody>
      </p:sp>
      <p:cxnSp>
        <p:nvCxnSpPr>
          <p:cNvPr id="32" name="31 Conector recto"/>
          <p:cNvCxnSpPr/>
          <p:nvPr/>
        </p:nvCxnSpPr>
        <p:spPr>
          <a:xfrm>
            <a:off x="6453188" y="3571875"/>
            <a:ext cx="5715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4" name="32 CuadroTexto"/>
          <p:cNvSpPr txBox="1">
            <a:spLocks noChangeArrowheads="1"/>
          </p:cNvSpPr>
          <p:nvPr/>
        </p:nvSpPr>
        <p:spPr bwMode="auto">
          <a:xfrm>
            <a:off x="4167188" y="3429001"/>
            <a:ext cx="500062" cy="311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100">
                <a:latin typeface="Bahnschrift SemiBold" panose="020B0502040204020203" pitchFamily="34" charset="0"/>
              </a:rPr>
              <a:t>X X</a:t>
            </a:r>
          </a:p>
        </p:txBody>
      </p:sp>
      <p:cxnSp>
        <p:nvCxnSpPr>
          <p:cNvPr id="34" name="33 Conector recto"/>
          <p:cNvCxnSpPr/>
          <p:nvPr/>
        </p:nvCxnSpPr>
        <p:spPr>
          <a:xfrm>
            <a:off x="3524251" y="3571875"/>
            <a:ext cx="785813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4524376" y="3571875"/>
            <a:ext cx="785813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>
            <a:off x="5310188" y="3571875"/>
            <a:ext cx="78581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8" name="36 CuadroTexto"/>
          <p:cNvSpPr txBox="1">
            <a:spLocks noChangeArrowheads="1"/>
          </p:cNvSpPr>
          <p:nvPr/>
        </p:nvSpPr>
        <p:spPr bwMode="auto">
          <a:xfrm>
            <a:off x="6024563" y="3429000"/>
            <a:ext cx="50006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1100">
                <a:latin typeface="Bahnschrift SemiBold" panose="020B0502040204020203" pitchFamily="34" charset="0"/>
              </a:rPr>
              <a:t>X X</a:t>
            </a:r>
          </a:p>
        </p:txBody>
      </p:sp>
      <p:cxnSp>
        <p:nvCxnSpPr>
          <p:cNvPr id="38" name="37 Conector recto"/>
          <p:cNvCxnSpPr/>
          <p:nvPr/>
        </p:nvCxnSpPr>
        <p:spPr>
          <a:xfrm>
            <a:off x="6453188" y="4714875"/>
            <a:ext cx="5715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0" name="38 CuadroTexto"/>
          <p:cNvSpPr txBox="1">
            <a:spLocks noChangeArrowheads="1"/>
          </p:cNvSpPr>
          <p:nvPr/>
        </p:nvSpPr>
        <p:spPr bwMode="auto">
          <a:xfrm>
            <a:off x="4167188" y="4572001"/>
            <a:ext cx="500062" cy="311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100" dirty="0">
                <a:latin typeface="Bahnschrift SemiBold" panose="020B0502040204020203" pitchFamily="34" charset="0"/>
              </a:rPr>
              <a:t>X </a:t>
            </a:r>
            <a:r>
              <a:rPr lang="es-ES" sz="1100" dirty="0" err="1">
                <a:latin typeface="Bahnschrift SemiBold" panose="020B0502040204020203" pitchFamily="34" charset="0"/>
              </a:rPr>
              <a:t>X</a:t>
            </a:r>
            <a:endParaRPr lang="es-ES" sz="1100" dirty="0">
              <a:latin typeface="Bahnschrift SemiBold" panose="020B0502040204020203" pitchFamily="34" charset="0"/>
            </a:endParaRPr>
          </a:p>
        </p:txBody>
      </p:sp>
      <p:cxnSp>
        <p:nvCxnSpPr>
          <p:cNvPr id="40" name="39 Conector recto"/>
          <p:cNvCxnSpPr/>
          <p:nvPr/>
        </p:nvCxnSpPr>
        <p:spPr>
          <a:xfrm>
            <a:off x="3524251" y="4714875"/>
            <a:ext cx="785813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4524376" y="4714875"/>
            <a:ext cx="785813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5310188" y="4714875"/>
            <a:ext cx="78581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4" name="42 CuadroTexto"/>
          <p:cNvSpPr txBox="1">
            <a:spLocks noChangeArrowheads="1"/>
          </p:cNvSpPr>
          <p:nvPr/>
        </p:nvSpPr>
        <p:spPr bwMode="auto">
          <a:xfrm>
            <a:off x="6024563" y="4572000"/>
            <a:ext cx="50006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1100">
                <a:latin typeface="Bahnschrift SemiBold" panose="020B0502040204020203" pitchFamily="34" charset="0"/>
              </a:rPr>
              <a:t>X X</a:t>
            </a:r>
          </a:p>
        </p:txBody>
      </p:sp>
      <p:sp>
        <p:nvSpPr>
          <p:cNvPr id="7195" name="43 CuadroTexto"/>
          <p:cNvSpPr txBox="1">
            <a:spLocks noChangeArrowheads="1"/>
          </p:cNvSpPr>
          <p:nvPr/>
        </p:nvSpPr>
        <p:spPr bwMode="auto">
          <a:xfrm>
            <a:off x="4379914" y="2724324"/>
            <a:ext cx="17145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sz="16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Zona de etapas</a:t>
            </a:r>
          </a:p>
        </p:txBody>
      </p:sp>
      <p:sp>
        <p:nvSpPr>
          <p:cNvPr id="7196" name="44 CuadroTexto"/>
          <p:cNvSpPr txBox="1">
            <a:spLocks noChangeArrowheads="1"/>
          </p:cNvSpPr>
          <p:nvPr/>
        </p:nvSpPr>
        <p:spPr bwMode="auto">
          <a:xfrm>
            <a:off x="4524375" y="4000500"/>
            <a:ext cx="17145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Base logística</a:t>
            </a:r>
          </a:p>
        </p:txBody>
      </p:sp>
      <p:sp>
        <p:nvSpPr>
          <p:cNvPr id="7197" name="45 CuadroTexto"/>
          <p:cNvSpPr txBox="1">
            <a:spLocks noChangeArrowheads="1"/>
          </p:cNvSpPr>
          <p:nvPr/>
        </p:nvSpPr>
        <p:spPr bwMode="auto">
          <a:xfrm>
            <a:off x="4452939" y="5214938"/>
            <a:ext cx="21431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 dirty="0">
                <a:solidFill>
                  <a:srgbClr val="002060"/>
                </a:solidFill>
                <a:latin typeface="Bahnschrift SemiBold" panose="020B0502040204020203" pitchFamily="34" charset="0"/>
              </a:rPr>
              <a:t>Zona del interior</a:t>
            </a:r>
          </a:p>
        </p:txBody>
      </p:sp>
      <p:sp>
        <p:nvSpPr>
          <p:cNvPr id="7198" name="46 CuadroTexto"/>
          <p:cNvSpPr txBox="1">
            <a:spLocks noChangeArrowheads="1"/>
          </p:cNvSpPr>
          <p:nvPr/>
        </p:nvSpPr>
        <p:spPr bwMode="auto">
          <a:xfrm>
            <a:off x="1738314" y="2143126"/>
            <a:ext cx="150018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Zona de operaciones</a:t>
            </a:r>
          </a:p>
        </p:txBody>
      </p:sp>
      <p:sp>
        <p:nvSpPr>
          <p:cNvPr id="7199" name="47 CuadroTexto"/>
          <p:cNvSpPr txBox="1">
            <a:spLocks noChangeArrowheads="1"/>
          </p:cNvSpPr>
          <p:nvPr/>
        </p:nvSpPr>
        <p:spPr bwMode="auto">
          <a:xfrm>
            <a:off x="1948293" y="4682319"/>
            <a:ext cx="1143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Zona del interior</a:t>
            </a:r>
          </a:p>
        </p:txBody>
      </p:sp>
      <p:sp>
        <p:nvSpPr>
          <p:cNvPr id="7200" name="48 CuadroTexto"/>
          <p:cNvSpPr txBox="1">
            <a:spLocks noChangeArrowheads="1"/>
          </p:cNvSpPr>
          <p:nvPr/>
        </p:nvSpPr>
        <p:spPr bwMode="auto">
          <a:xfrm>
            <a:off x="7381876" y="1214439"/>
            <a:ext cx="300037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s-ES" u="sng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Zona De Combate</a:t>
            </a:r>
            <a:r>
              <a:rPr lang="es-ES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: </a:t>
            </a:r>
            <a:r>
              <a:rPr lang="es-ES" dirty="0">
                <a:solidFill>
                  <a:srgbClr val="002060"/>
                </a:solidFill>
                <a:latin typeface="Bahnschrift SemiBold" panose="020B0502040204020203" pitchFamily="34" charset="0"/>
              </a:rPr>
              <a:t>Lugar donde  realizan las operaciones las GG. UU. DE BB.  CC.</a:t>
            </a:r>
          </a:p>
        </p:txBody>
      </p:sp>
      <p:sp>
        <p:nvSpPr>
          <p:cNvPr id="7201" name="49 CuadroTexto"/>
          <p:cNvSpPr txBox="1">
            <a:spLocks noChangeArrowheads="1"/>
          </p:cNvSpPr>
          <p:nvPr/>
        </p:nvSpPr>
        <p:spPr bwMode="auto">
          <a:xfrm>
            <a:off x="7167563" y="2500314"/>
            <a:ext cx="31432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s-ES" u="sng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Zona de etapas</a:t>
            </a:r>
            <a:r>
              <a:rPr lang="es-ES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: </a:t>
            </a:r>
            <a:r>
              <a:rPr lang="es-ES" dirty="0">
                <a:solidFill>
                  <a:srgbClr val="002060"/>
                </a:solidFill>
                <a:latin typeface="Bahnschrift SemiBold" panose="020B0502040204020203" pitchFamily="34" charset="0"/>
              </a:rPr>
              <a:t>Lugar donde  ubican las instalaciones de Mantto. y otros órganos de apoyo Log.</a:t>
            </a:r>
          </a:p>
        </p:txBody>
      </p:sp>
      <p:sp>
        <p:nvSpPr>
          <p:cNvPr id="7202" name="50 CuadroTexto"/>
          <p:cNvSpPr txBox="1">
            <a:spLocks noChangeArrowheads="1"/>
          </p:cNvSpPr>
          <p:nvPr/>
        </p:nvSpPr>
        <p:spPr bwMode="auto">
          <a:xfrm>
            <a:off x="7310439" y="3786188"/>
            <a:ext cx="300037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s-ES" u="sng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Base logística</a:t>
            </a:r>
            <a:r>
              <a:rPr lang="es-ES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: </a:t>
            </a:r>
            <a:r>
              <a:rPr lang="es-ES" dirty="0">
                <a:solidFill>
                  <a:srgbClr val="002060"/>
                </a:solidFill>
                <a:latin typeface="Bahnschrift SemiBold" panose="020B0502040204020203" pitchFamily="34" charset="0"/>
              </a:rPr>
              <a:t>Lugar donde  acumulan los recursos.</a:t>
            </a:r>
          </a:p>
        </p:txBody>
      </p:sp>
      <p:sp>
        <p:nvSpPr>
          <p:cNvPr id="52" name="51 Abrir llave"/>
          <p:cNvSpPr/>
          <p:nvPr/>
        </p:nvSpPr>
        <p:spPr>
          <a:xfrm>
            <a:off x="3309939" y="1285876"/>
            <a:ext cx="142875" cy="2214563"/>
          </a:xfrm>
          <a:prstGeom prst="leftBrac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>
              <a:latin typeface="Bahnschrift SemiBold" panose="020B0502040204020203" pitchFamily="34" charset="0"/>
            </a:endParaRPr>
          </a:p>
        </p:txBody>
      </p:sp>
      <p:sp>
        <p:nvSpPr>
          <p:cNvPr id="53" name="52 Abrir llave"/>
          <p:cNvSpPr/>
          <p:nvPr/>
        </p:nvSpPr>
        <p:spPr>
          <a:xfrm>
            <a:off x="3309939" y="3571875"/>
            <a:ext cx="142875" cy="2928938"/>
          </a:xfrm>
          <a:prstGeom prst="leftBrac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>
              <a:latin typeface="Bahnschrift SemiBold" panose="020B0502040204020203" pitchFamily="34" charset="0"/>
            </a:endParaRPr>
          </a:p>
        </p:txBody>
      </p:sp>
      <p:sp>
        <p:nvSpPr>
          <p:cNvPr id="2" name="Placa 1">
            <a:extLst>
              <a:ext uri="{FF2B5EF4-FFF2-40B4-BE49-F238E27FC236}">
                <a16:creationId xmlns:a16="http://schemas.microsoft.com/office/drawing/2014/main" id="{1F7C932A-2186-C323-A649-BD75CD86003D}"/>
              </a:ext>
            </a:extLst>
          </p:cNvPr>
          <p:cNvSpPr/>
          <p:nvPr/>
        </p:nvSpPr>
        <p:spPr>
          <a:xfrm>
            <a:off x="1631504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TEATRO DE OPERACIONES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3BBC6677-E34D-7CD3-C64F-7CAB5BEA7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28601"/>
            <a:ext cx="2895600" cy="396875"/>
          </a:xfrm>
          <a:prstGeom prst="rect">
            <a:avLst/>
          </a:prstGeom>
          <a:solidFill>
            <a:srgbClr val="FF6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s-BO" sz="2000">
                <a:solidFill>
                  <a:schemeClr val="bg1"/>
                </a:solidFill>
                <a:latin typeface="Arial Black" panose="020B0A04020102020204" pitchFamily="34" charset="0"/>
              </a:rPr>
              <a:t>TO CON ROSADO</a:t>
            </a:r>
            <a:endParaRPr lang="es-ES" altLang="es-BO" sz="200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075" name="Line 5">
            <a:extLst>
              <a:ext uri="{FF2B5EF4-FFF2-40B4-BE49-F238E27FC236}">
                <a16:creationId xmlns:a16="http://schemas.microsoft.com/office/drawing/2014/main" id="{EC67F64B-F353-B935-423F-E6E63A2AD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887413"/>
            <a:ext cx="317500" cy="614362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BO"/>
          </a:p>
        </p:txBody>
      </p:sp>
      <p:sp>
        <p:nvSpPr>
          <p:cNvPr id="3076" name="Freeform 6">
            <a:extLst>
              <a:ext uri="{FF2B5EF4-FFF2-40B4-BE49-F238E27FC236}">
                <a16:creationId xmlns:a16="http://schemas.microsoft.com/office/drawing/2014/main" id="{409A97A3-AB56-5C35-F295-C93B68AA3E49}"/>
              </a:ext>
            </a:extLst>
          </p:cNvPr>
          <p:cNvSpPr>
            <a:spLocks/>
          </p:cNvSpPr>
          <p:nvPr/>
        </p:nvSpPr>
        <p:spPr bwMode="auto">
          <a:xfrm>
            <a:off x="2828925" y="533400"/>
            <a:ext cx="4103688" cy="4337050"/>
          </a:xfrm>
          <a:custGeom>
            <a:avLst/>
            <a:gdLst>
              <a:gd name="T0" fmla="*/ 90 w 2585"/>
              <a:gd name="T1" fmla="*/ 273 h 2732"/>
              <a:gd name="T2" fmla="*/ 178 w 2585"/>
              <a:gd name="T3" fmla="*/ 300 h 2732"/>
              <a:gd name="T4" fmla="*/ 263 w 2585"/>
              <a:gd name="T5" fmla="*/ 287 h 2732"/>
              <a:gd name="T6" fmla="*/ 343 w 2585"/>
              <a:gd name="T7" fmla="*/ 223 h 2732"/>
              <a:gd name="T8" fmla="*/ 437 w 2585"/>
              <a:gd name="T9" fmla="*/ 195 h 2732"/>
              <a:gd name="T10" fmla="*/ 525 w 2585"/>
              <a:gd name="T11" fmla="*/ 138 h 2732"/>
              <a:gd name="T12" fmla="*/ 612 w 2585"/>
              <a:gd name="T13" fmla="*/ 87 h 2732"/>
              <a:gd name="T14" fmla="*/ 700 w 2585"/>
              <a:gd name="T15" fmla="*/ 40 h 2732"/>
              <a:gd name="T16" fmla="*/ 795 w 2585"/>
              <a:gd name="T17" fmla="*/ 23 h 2732"/>
              <a:gd name="T18" fmla="*/ 890 w 2585"/>
              <a:gd name="T19" fmla="*/ 13 h 2732"/>
              <a:gd name="T20" fmla="*/ 940 w 2585"/>
              <a:gd name="T21" fmla="*/ 58 h 2732"/>
              <a:gd name="T22" fmla="*/ 928 w 2585"/>
              <a:gd name="T23" fmla="*/ 158 h 2732"/>
              <a:gd name="T24" fmla="*/ 918 w 2585"/>
              <a:gd name="T25" fmla="*/ 258 h 2732"/>
              <a:gd name="T26" fmla="*/ 913 w 2585"/>
              <a:gd name="T27" fmla="*/ 353 h 2732"/>
              <a:gd name="T28" fmla="*/ 953 w 2585"/>
              <a:gd name="T29" fmla="*/ 442 h 2732"/>
              <a:gd name="T30" fmla="*/ 1015 w 2585"/>
              <a:gd name="T31" fmla="*/ 513 h 2732"/>
              <a:gd name="T32" fmla="*/ 1085 w 2585"/>
              <a:gd name="T33" fmla="*/ 568 h 2732"/>
              <a:gd name="T34" fmla="*/ 1162 w 2585"/>
              <a:gd name="T35" fmla="*/ 623 h 2732"/>
              <a:gd name="T36" fmla="*/ 1255 w 2585"/>
              <a:gd name="T37" fmla="*/ 622 h 2732"/>
              <a:gd name="T38" fmla="*/ 1353 w 2585"/>
              <a:gd name="T39" fmla="*/ 653 h 2732"/>
              <a:gd name="T40" fmla="*/ 1450 w 2585"/>
              <a:gd name="T41" fmla="*/ 707 h 2732"/>
              <a:gd name="T42" fmla="*/ 1548 w 2585"/>
              <a:gd name="T43" fmla="*/ 765 h 2732"/>
              <a:gd name="T44" fmla="*/ 1653 w 2585"/>
              <a:gd name="T45" fmla="*/ 812 h 2732"/>
              <a:gd name="T46" fmla="*/ 1747 w 2585"/>
              <a:gd name="T47" fmla="*/ 853 h 2732"/>
              <a:gd name="T48" fmla="*/ 1853 w 2585"/>
              <a:gd name="T49" fmla="*/ 858 h 2732"/>
              <a:gd name="T50" fmla="*/ 1948 w 2585"/>
              <a:gd name="T51" fmla="*/ 898 h 2732"/>
              <a:gd name="T52" fmla="*/ 1987 w 2585"/>
              <a:gd name="T53" fmla="*/ 1007 h 2732"/>
              <a:gd name="T54" fmla="*/ 2002 w 2585"/>
              <a:gd name="T55" fmla="*/ 1105 h 2732"/>
              <a:gd name="T56" fmla="*/ 2002 w 2585"/>
              <a:gd name="T57" fmla="*/ 1205 h 2732"/>
              <a:gd name="T58" fmla="*/ 1990 w 2585"/>
              <a:gd name="T59" fmla="*/ 1273 h 2732"/>
              <a:gd name="T60" fmla="*/ 2018 w 2585"/>
              <a:gd name="T61" fmla="*/ 1370 h 2732"/>
              <a:gd name="T62" fmla="*/ 2022 w 2585"/>
              <a:gd name="T63" fmla="*/ 1452 h 2732"/>
              <a:gd name="T64" fmla="*/ 2098 w 2585"/>
              <a:gd name="T65" fmla="*/ 1478 h 2732"/>
              <a:gd name="T66" fmla="*/ 2183 w 2585"/>
              <a:gd name="T67" fmla="*/ 1502 h 2732"/>
              <a:gd name="T68" fmla="*/ 2273 w 2585"/>
              <a:gd name="T69" fmla="*/ 1495 h 2732"/>
              <a:gd name="T70" fmla="*/ 2370 w 2585"/>
              <a:gd name="T71" fmla="*/ 1507 h 2732"/>
              <a:gd name="T72" fmla="*/ 2422 w 2585"/>
              <a:gd name="T73" fmla="*/ 1545 h 2732"/>
              <a:gd name="T74" fmla="*/ 2400 w 2585"/>
              <a:gd name="T75" fmla="*/ 1633 h 2732"/>
              <a:gd name="T76" fmla="*/ 2428 w 2585"/>
              <a:gd name="T77" fmla="*/ 1727 h 2732"/>
              <a:gd name="T78" fmla="*/ 2522 w 2585"/>
              <a:gd name="T79" fmla="*/ 1782 h 2732"/>
              <a:gd name="T80" fmla="*/ 2560 w 2585"/>
              <a:gd name="T81" fmla="*/ 1872 h 2732"/>
              <a:gd name="T82" fmla="*/ 2573 w 2585"/>
              <a:gd name="T83" fmla="*/ 1972 h 2732"/>
              <a:gd name="T84" fmla="*/ 2538 w 2585"/>
              <a:gd name="T85" fmla="*/ 2057 h 2732"/>
              <a:gd name="T86" fmla="*/ 2513 w 2585"/>
              <a:gd name="T87" fmla="*/ 2150 h 2732"/>
              <a:gd name="T88" fmla="*/ 2465 w 2585"/>
              <a:gd name="T89" fmla="*/ 2242 h 2732"/>
              <a:gd name="T90" fmla="*/ 2470 w 2585"/>
              <a:gd name="T91" fmla="*/ 2330 h 2732"/>
              <a:gd name="T92" fmla="*/ 2432 w 2585"/>
              <a:gd name="T93" fmla="*/ 2302 h 2732"/>
              <a:gd name="T94" fmla="*/ 2380 w 2585"/>
              <a:gd name="T95" fmla="*/ 2250 h 2732"/>
              <a:gd name="T96" fmla="*/ 2345 w 2585"/>
              <a:gd name="T97" fmla="*/ 2217 h 2732"/>
              <a:gd name="T98" fmla="*/ 2355 w 2585"/>
              <a:gd name="T99" fmla="*/ 2247 h 2732"/>
              <a:gd name="T100" fmla="*/ 2260 w 2585"/>
              <a:gd name="T101" fmla="*/ 2202 h 2732"/>
              <a:gd name="T102" fmla="*/ 2175 w 2585"/>
              <a:gd name="T103" fmla="*/ 2170 h 2732"/>
              <a:gd name="T104" fmla="*/ 2080 w 2585"/>
              <a:gd name="T105" fmla="*/ 2162 h 2732"/>
              <a:gd name="T106" fmla="*/ 1987 w 2585"/>
              <a:gd name="T107" fmla="*/ 2162 h 2732"/>
              <a:gd name="T108" fmla="*/ 1892 w 2585"/>
              <a:gd name="T109" fmla="*/ 2178 h 2732"/>
              <a:gd name="T110" fmla="*/ 1797 w 2585"/>
              <a:gd name="T111" fmla="*/ 2197 h 2732"/>
              <a:gd name="T112" fmla="*/ 1692 w 2585"/>
              <a:gd name="T113" fmla="*/ 2222 h 2732"/>
              <a:gd name="T114" fmla="*/ 1638 w 2585"/>
              <a:gd name="T115" fmla="*/ 2302 h 2732"/>
              <a:gd name="T116" fmla="*/ 1575 w 2585"/>
              <a:gd name="T117" fmla="*/ 2392 h 2732"/>
              <a:gd name="T118" fmla="*/ 1568 w 2585"/>
              <a:gd name="T119" fmla="*/ 2473 h 2732"/>
              <a:gd name="T120" fmla="*/ 1553 w 2585"/>
              <a:gd name="T121" fmla="*/ 2573 h 2732"/>
              <a:gd name="T122" fmla="*/ 1520 w 2585"/>
              <a:gd name="T123" fmla="*/ 2673 h 273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585"/>
              <a:gd name="T187" fmla="*/ 0 h 2732"/>
              <a:gd name="T188" fmla="*/ 2585 w 2585"/>
              <a:gd name="T189" fmla="*/ 2732 h 2732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585" h="2732">
                <a:moveTo>
                  <a:pt x="0" y="262"/>
                </a:moveTo>
                <a:lnTo>
                  <a:pt x="8" y="262"/>
                </a:lnTo>
                <a:lnTo>
                  <a:pt x="13" y="262"/>
                </a:lnTo>
                <a:lnTo>
                  <a:pt x="22" y="262"/>
                </a:lnTo>
                <a:lnTo>
                  <a:pt x="27" y="260"/>
                </a:lnTo>
                <a:lnTo>
                  <a:pt x="33" y="260"/>
                </a:lnTo>
                <a:lnTo>
                  <a:pt x="40" y="260"/>
                </a:lnTo>
                <a:lnTo>
                  <a:pt x="45" y="260"/>
                </a:lnTo>
                <a:lnTo>
                  <a:pt x="52" y="260"/>
                </a:lnTo>
                <a:lnTo>
                  <a:pt x="58" y="262"/>
                </a:lnTo>
                <a:lnTo>
                  <a:pt x="65" y="267"/>
                </a:lnTo>
                <a:lnTo>
                  <a:pt x="72" y="268"/>
                </a:lnTo>
                <a:lnTo>
                  <a:pt x="77" y="272"/>
                </a:lnTo>
                <a:lnTo>
                  <a:pt x="85" y="273"/>
                </a:lnTo>
                <a:lnTo>
                  <a:pt x="90" y="273"/>
                </a:lnTo>
                <a:lnTo>
                  <a:pt x="97" y="273"/>
                </a:lnTo>
                <a:lnTo>
                  <a:pt x="103" y="273"/>
                </a:lnTo>
                <a:lnTo>
                  <a:pt x="108" y="273"/>
                </a:lnTo>
                <a:lnTo>
                  <a:pt x="115" y="273"/>
                </a:lnTo>
                <a:lnTo>
                  <a:pt x="120" y="273"/>
                </a:lnTo>
                <a:lnTo>
                  <a:pt x="128" y="273"/>
                </a:lnTo>
                <a:lnTo>
                  <a:pt x="135" y="273"/>
                </a:lnTo>
                <a:lnTo>
                  <a:pt x="140" y="273"/>
                </a:lnTo>
                <a:lnTo>
                  <a:pt x="150" y="277"/>
                </a:lnTo>
                <a:lnTo>
                  <a:pt x="155" y="277"/>
                </a:lnTo>
                <a:lnTo>
                  <a:pt x="162" y="280"/>
                </a:lnTo>
                <a:lnTo>
                  <a:pt x="168" y="285"/>
                </a:lnTo>
                <a:lnTo>
                  <a:pt x="173" y="287"/>
                </a:lnTo>
                <a:lnTo>
                  <a:pt x="177" y="293"/>
                </a:lnTo>
                <a:lnTo>
                  <a:pt x="178" y="300"/>
                </a:lnTo>
                <a:lnTo>
                  <a:pt x="180" y="307"/>
                </a:lnTo>
                <a:lnTo>
                  <a:pt x="185" y="312"/>
                </a:lnTo>
                <a:lnTo>
                  <a:pt x="193" y="312"/>
                </a:lnTo>
                <a:lnTo>
                  <a:pt x="200" y="312"/>
                </a:lnTo>
                <a:lnTo>
                  <a:pt x="205" y="308"/>
                </a:lnTo>
                <a:lnTo>
                  <a:pt x="207" y="303"/>
                </a:lnTo>
                <a:lnTo>
                  <a:pt x="215" y="297"/>
                </a:lnTo>
                <a:lnTo>
                  <a:pt x="220" y="297"/>
                </a:lnTo>
                <a:lnTo>
                  <a:pt x="227" y="297"/>
                </a:lnTo>
                <a:lnTo>
                  <a:pt x="232" y="297"/>
                </a:lnTo>
                <a:lnTo>
                  <a:pt x="238" y="297"/>
                </a:lnTo>
                <a:lnTo>
                  <a:pt x="247" y="297"/>
                </a:lnTo>
                <a:lnTo>
                  <a:pt x="252" y="295"/>
                </a:lnTo>
                <a:lnTo>
                  <a:pt x="258" y="288"/>
                </a:lnTo>
                <a:lnTo>
                  <a:pt x="263" y="287"/>
                </a:lnTo>
                <a:lnTo>
                  <a:pt x="270" y="285"/>
                </a:lnTo>
                <a:lnTo>
                  <a:pt x="278" y="280"/>
                </a:lnTo>
                <a:lnTo>
                  <a:pt x="283" y="277"/>
                </a:lnTo>
                <a:lnTo>
                  <a:pt x="290" y="272"/>
                </a:lnTo>
                <a:lnTo>
                  <a:pt x="295" y="267"/>
                </a:lnTo>
                <a:lnTo>
                  <a:pt x="302" y="262"/>
                </a:lnTo>
                <a:lnTo>
                  <a:pt x="307" y="257"/>
                </a:lnTo>
                <a:lnTo>
                  <a:pt x="312" y="250"/>
                </a:lnTo>
                <a:lnTo>
                  <a:pt x="312" y="242"/>
                </a:lnTo>
                <a:lnTo>
                  <a:pt x="317" y="235"/>
                </a:lnTo>
                <a:lnTo>
                  <a:pt x="318" y="230"/>
                </a:lnTo>
                <a:lnTo>
                  <a:pt x="325" y="227"/>
                </a:lnTo>
                <a:lnTo>
                  <a:pt x="332" y="225"/>
                </a:lnTo>
                <a:lnTo>
                  <a:pt x="338" y="225"/>
                </a:lnTo>
                <a:lnTo>
                  <a:pt x="343" y="223"/>
                </a:lnTo>
                <a:lnTo>
                  <a:pt x="350" y="220"/>
                </a:lnTo>
                <a:lnTo>
                  <a:pt x="357" y="218"/>
                </a:lnTo>
                <a:lnTo>
                  <a:pt x="363" y="218"/>
                </a:lnTo>
                <a:lnTo>
                  <a:pt x="370" y="215"/>
                </a:lnTo>
                <a:lnTo>
                  <a:pt x="375" y="215"/>
                </a:lnTo>
                <a:lnTo>
                  <a:pt x="385" y="215"/>
                </a:lnTo>
                <a:lnTo>
                  <a:pt x="392" y="215"/>
                </a:lnTo>
                <a:lnTo>
                  <a:pt x="397" y="215"/>
                </a:lnTo>
                <a:lnTo>
                  <a:pt x="403" y="213"/>
                </a:lnTo>
                <a:lnTo>
                  <a:pt x="408" y="212"/>
                </a:lnTo>
                <a:lnTo>
                  <a:pt x="415" y="210"/>
                </a:lnTo>
                <a:lnTo>
                  <a:pt x="422" y="210"/>
                </a:lnTo>
                <a:lnTo>
                  <a:pt x="427" y="205"/>
                </a:lnTo>
                <a:lnTo>
                  <a:pt x="435" y="200"/>
                </a:lnTo>
                <a:lnTo>
                  <a:pt x="437" y="195"/>
                </a:lnTo>
                <a:lnTo>
                  <a:pt x="440" y="187"/>
                </a:lnTo>
                <a:lnTo>
                  <a:pt x="447" y="183"/>
                </a:lnTo>
                <a:lnTo>
                  <a:pt x="453" y="178"/>
                </a:lnTo>
                <a:lnTo>
                  <a:pt x="458" y="177"/>
                </a:lnTo>
                <a:lnTo>
                  <a:pt x="467" y="175"/>
                </a:lnTo>
                <a:lnTo>
                  <a:pt x="472" y="172"/>
                </a:lnTo>
                <a:lnTo>
                  <a:pt x="477" y="165"/>
                </a:lnTo>
                <a:lnTo>
                  <a:pt x="480" y="158"/>
                </a:lnTo>
                <a:lnTo>
                  <a:pt x="487" y="157"/>
                </a:lnTo>
                <a:lnTo>
                  <a:pt x="493" y="153"/>
                </a:lnTo>
                <a:lnTo>
                  <a:pt x="500" y="152"/>
                </a:lnTo>
                <a:lnTo>
                  <a:pt x="505" y="148"/>
                </a:lnTo>
                <a:lnTo>
                  <a:pt x="512" y="143"/>
                </a:lnTo>
                <a:lnTo>
                  <a:pt x="518" y="138"/>
                </a:lnTo>
                <a:lnTo>
                  <a:pt x="525" y="138"/>
                </a:lnTo>
                <a:lnTo>
                  <a:pt x="532" y="138"/>
                </a:lnTo>
                <a:lnTo>
                  <a:pt x="537" y="138"/>
                </a:lnTo>
                <a:lnTo>
                  <a:pt x="543" y="133"/>
                </a:lnTo>
                <a:lnTo>
                  <a:pt x="547" y="128"/>
                </a:lnTo>
                <a:lnTo>
                  <a:pt x="550" y="122"/>
                </a:lnTo>
                <a:lnTo>
                  <a:pt x="555" y="118"/>
                </a:lnTo>
                <a:lnTo>
                  <a:pt x="563" y="113"/>
                </a:lnTo>
                <a:lnTo>
                  <a:pt x="568" y="110"/>
                </a:lnTo>
                <a:lnTo>
                  <a:pt x="575" y="105"/>
                </a:lnTo>
                <a:lnTo>
                  <a:pt x="582" y="103"/>
                </a:lnTo>
                <a:lnTo>
                  <a:pt x="585" y="97"/>
                </a:lnTo>
                <a:lnTo>
                  <a:pt x="592" y="92"/>
                </a:lnTo>
                <a:lnTo>
                  <a:pt x="598" y="90"/>
                </a:lnTo>
                <a:lnTo>
                  <a:pt x="605" y="87"/>
                </a:lnTo>
                <a:lnTo>
                  <a:pt x="612" y="87"/>
                </a:lnTo>
                <a:lnTo>
                  <a:pt x="617" y="82"/>
                </a:lnTo>
                <a:lnTo>
                  <a:pt x="623" y="78"/>
                </a:lnTo>
                <a:lnTo>
                  <a:pt x="628" y="72"/>
                </a:lnTo>
                <a:lnTo>
                  <a:pt x="632" y="67"/>
                </a:lnTo>
                <a:lnTo>
                  <a:pt x="638" y="60"/>
                </a:lnTo>
                <a:lnTo>
                  <a:pt x="645" y="58"/>
                </a:lnTo>
                <a:lnTo>
                  <a:pt x="650" y="57"/>
                </a:lnTo>
                <a:lnTo>
                  <a:pt x="657" y="57"/>
                </a:lnTo>
                <a:lnTo>
                  <a:pt x="662" y="55"/>
                </a:lnTo>
                <a:lnTo>
                  <a:pt x="670" y="50"/>
                </a:lnTo>
                <a:lnTo>
                  <a:pt x="677" y="48"/>
                </a:lnTo>
                <a:lnTo>
                  <a:pt x="682" y="45"/>
                </a:lnTo>
                <a:lnTo>
                  <a:pt x="688" y="43"/>
                </a:lnTo>
                <a:lnTo>
                  <a:pt x="693" y="42"/>
                </a:lnTo>
                <a:lnTo>
                  <a:pt x="700" y="40"/>
                </a:lnTo>
                <a:lnTo>
                  <a:pt x="708" y="37"/>
                </a:lnTo>
                <a:lnTo>
                  <a:pt x="713" y="35"/>
                </a:lnTo>
                <a:lnTo>
                  <a:pt x="720" y="35"/>
                </a:lnTo>
                <a:lnTo>
                  <a:pt x="727" y="35"/>
                </a:lnTo>
                <a:lnTo>
                  <a:pt x="732" y="35"/>
                </a:lnTo>
                <a:lnTo>
                  <a:pt x="740" y="32"/>
                </a:lnTo>
                <a:lnTo>
                  <a:pt x="745" y="32"/>
                </a:lnTo>
                <a:lnTo>
                  <a:pt x="752" y="30"/>
                </a:lnTo>
                <a:lnTo>
                  <a:pt x="758" y="30"/>
                </a:lnTo>
                <a:lnTo>
                  <a:pt x="763" y="30"/>
                </a:lnTo>
                <a:lnTo>
                  <a:pt x="770" y="30"/>
                </a:lnTo>
                <a:lnTo>
                  <a:pt x="775" y="28"/>
                </a:lnTo>
                <a:lnTo>
                  <a:pt x="783" y="25"/>
                </a:lnTo>
                <a:lnTo>
                  <a:pt x="790" y="25"/>
                </a:lnTo>
                <a:lnTo>
                  <a:pt x="795" y="23"/>
                </a:lnTo>
                <a:lnTo>
                  <a:pt x="802" y="20"/>
                </a:lnTo>
                <a:lnTo>
                  <a:pt x="807" y="20"/>
                </a:lnTo>
                <a:lnTo>
                  <a:pt x="813" y="20"/>
                </a:lnTo>
                <a:lnTo>
                  <a:pt x="822" y="20"/>
                </a:lnTo>
                <a:lnTo>
                  <a:pt x="827" y="20"/>
                </a:lnTo>
                <a:lnTo>
                  <a:pt x="833" y="20"/>
                </a:lnTo>
                <a:lnTo>
                  <a:pt x="838" y="20"/>
                </a:lnTo>
                <a:lnTo>
                  <a:pt x="847" y="20"/>
                </a:lnTo>
                <a:lnTo>
                  <a:pt x="853" y="20"/>
                </a:lnTo>
                <a:lnTo>
                  <a:pt x="858" y="20"/>
                </a:lnTo>
                <a:lnTo>
                  <a:pt x="865" y="20"/>
                </a:lnTo>
                <a:lnTo>
                  <a:pt x="870" y="20"/>
                </a:lnTo>
                <a:lnTo>
                  <a:pt x="877" y="17"/>
                </a:lnTo>
                <a:lnTo>
                  <a:pt x="883" y="17"/>
                </a:lnTo>
                <a:lnTo>
                  <a:pt x="890" y="13"/>
                </a:lnTo>
                <a:lnTo>
                  <a:pt x="893" y="5"/>
                </a:lnTo>
                <a:lnTo>
                  <a:pt x="902" y="5"/>
                </a:lnTo>
                <a:lnTo>
                  <a:pt x="907" y="5"/>
                </a:lnTo>
                <a:lnTo>
                  <a:pt x="913" y="2"/>
                </a:lnTo>
                <a:lnTo>
                  <a:pt x="918" y="2"/>
                </a:lnTo>
                <a:lnTo>
                  <a:pt x="925" y="0"/>
                </a:lnTo>
                <a:lnTo>
                  <a:pt x="930" y="5"/>
                </a:lnTo>
                <a:lnTo>
                  <a:pt x="930" y="13"/>
                </a:lnTo>
                <a:lnTo>
                  <a:pt x="930" y="20"/>
                </a:lnTo>
                <a:lnTo>
                  <a:pt x="930" y="25"/>
                </a:lnTo>
                <a:lnTo>
                  <a:pt x="933" y="32"/>
                </a:lnTo>
                <a:lnTo>
                  <a:pt x="933" y="40"/>
                </a:lnTo>
                <a:lnTo>
                  <a:pt x="935" y="45"/>
                </a:lnTo>
                <a:lnTo>
                  <a:pt x="938" y="52"/>
                </a:lnTo>
                <a:lnTo>
                  <a:pt x="940" y="58"/>
                </a:lnTo>
                <a:lnTo>
                  <a:pt x="942" y="67"/>
                </a:lnTo>
                <a:lnTo>
                  <a:pt x="942" y="72"/>
                </a:lnTo>
                <a:lnTo>
                  <a:pt x="942" y="78"/>
                </a:lnTo>
                <a:lnTo>
                  <a:pt x="942" y="87"/>
                </a:lnTo>
                <a:lnTo>
                  <a:pt x="942" y="92"/>
                </a:lnTo>
                <a:lnTo>
                  <a:pt x="940" y="98"/>
                </a:lnTo>
                <a:lnTo>
                  <a:pt x="938" y="105"/>
                </a:lnTo>
                <a:lnTo>
                  <a:pt x="935" y="113"/>
                </a:lnTo>
                <a:lnTo>
                  <a:pt x="933" y="118"/>
                </a:lnTo>
                <a:lnTo>
                  <a:pt x="933" y="125"/>
                </a:lnTo>
                <a:lnTo>
                  <a:pt x="933" y="132"/>
                </a:lnTo>
                <a:lnTo>
                  <a:pt x="930" y="138"/>
                </a:lnTo>
                <a:lnTo>
                  <a:pt x="928" y="145"/>
                </a:lnTo>
                <a:lnTo>
                  <a:pt x="928" y="152"/>
                </a:lnTo>
                <a:lnTo>
                  <a:pt x="928" y="158"/>
                </a:lnTo>
                <a:lnTo>
                  <a:pt x="928" y="165"/>
                </a:lnTo>
                <a:lnTo>
                  <a:pt x="925" y="172"/>
                </a:lnTo>
                <a:lnTo>
                  <a:pt x="923" y="178"/>
                </a:lnTo>
                <a:lnTo>
                  <a:pt x="923" y="185"/>
                </a:lnTo>
                <a:lnTo>
                  <a:pt x="925" y="192"/>
                </a:lnTo>
                <a:lnTo>
                  <a:pt x="928" y="198"/>
                </a:lnTo>
                <a:lnTo>
                  <a:pt x="923" y="205"/>
                </a:lnTo>
                <a:lnTo>
                  <a:pt x="923" y="212"/>
                </a:lnTo>
                <a:lnTo>
                  <a:pt x="920" y="218"/>
                </a:lnTo>
                <a:lnTo>
                  <a:pt x="918" y="225"/>
                </a:lnTo>
                <a:lnTo>
                  <a:pt x="918" y="232"/>
                </a:lnTo>
                <a:lnTo>
                  <a:pt x="918" y="238"/>
                </a:lnTo>
                <a:lnTo>
                  <a:pt x="918" y="245"/>
                </a:lnTo>
                <a:lnTo>
                  <a:pt x="918" y="250"/>
                </a:lnTo>
                <a:lnTo>
                  <a:pt x="918" y="258"/>
                </a:lnTo>
                <a:lnTo>
                  <a:pt x="918" y="265"/>
                </a:lnTo>
                <a:lnTo>
                  <a:pt x="918" y="272"/>
                </a:lnTo>
                <a:lnTo>
                  <a:pt x="918" y="277"/>
                </a:lnTo>
                <a:lnTo>
                  <a:pt x="920" y="285"/>
                </a:lnTo>
                <a:lnTo>
                  <a:pt x="925" y="292"/>
                </a:lnTo>
                <a:lnTo>
                  <a:pt x="930" y="297"/>
                </a:lnTo>
                <a:lnTo>
                  <a:pt x="925" y="305"/>
                </a:lnTo>
                <a:lnTo>
                  <a:pt x="918" y="307"/>
                </a:lnTo>
                <a:lnTo>
                  <a:pt x="918" y="313"/>
                </a:lnTo>
                <a:lnTo>
                  <a:pt x="918" y="320"/>
                </a:lnTo>
                <a:lnTo>
                  <a:pt x="915" y="327"/>
                </a:lnTo>
                <a:lnTo>
                  <a:pt x="915" y="333"/>
                </a:lnTo>
                <a:lnTo>
                  <a:pt x="913" y="340"/>
                </a:lnTo>
                <a:lnTo>
                  <a:pt x="913" y="347"/>
                </a:lnTo>
                <a:lnTo>
                  <a:pt x="913" y="353"/>
                </a:lnTo>
                <a:lnTo>
                  <a:pt x="915" y="360"/>
                </a:lnTo>
                <a:lnTo>
                  <a:pt x="918" y="367"/>
                </a:lnTo>
                <a:lnTo>
                  <a:pt x="923" y="367"/>
                </a:lnTo>
                <a:lnTo>
                  <a:pt x="928" y="373"/>
                </a:lnTo>
                <a:lnTo>
                  <a:pt x="928" y="380"/>
                </a:lnTo>
                <a:lnTo>
                  <a:pt x="930" y="387"/>
                </a:lnTo>
                <a:lnTo>
                  <a:pt x="930" y="393"/>
                </a:lnTo>
                <a:lnTo>
                  <a:pt x="930" y="400"/>
                </a:lnTo>
                <a:lnTo>
                  <a:pt x="933" y="405"/>
                </a:lnTo>
                <a:lnTo>
                  <a:pt x="935" y="413"/>
                </a:lnTo>
                <a:lnTo>
                  <a:pt x="942" y="415"/>
                </a:lnTo>
                <a:lnTo>
                  <a:pt x="947" y="422"/>
                </a:lnTo>
                <a:lnTo>
                  <a:pt x="948" y="428"/>
                </a:lnTo>
                <a:lnTo>
                  <a:pt x="950" y="435"/>
                </a:lnTo>
                <a:lnTo>
                  <a:pt x="953" y="442"/>
                </a:lnTo>
                <a:lnTo>
                  <a:pt x="955" y="448"/>
                </a:lnTo>
                <a:lnTo>
                  <a:pt x="960" y="455"/>
                </a:lnTo>
                <a:lnTo>
                  <a:pt x="965" y="457"/>
                </a:lnTo>
                <a:lnTo>
                  <a:pt x="972" y="460"/>
                </a:lnTo>
                <a:lnTo>
                  <a:pt x="978" y="462"/>
                </a:lnTo>
                <a:lnTo>
                  <a:pt x="983" y="463"/>
                </a:lnTo>
                <a:lnTo>
                  <a:pt x="988" y="470"/>
                </a:lnTo>
                <a:lnTo>
                  <a:pt x="988" y="477"/>
                </a:lnTo>
                <a:lnTo>
                  <a:pt x="988" y="483"/>
                </a:lnTo>
                <a:lnTo>
                  <a:pt x="990" y="490"/>
                </a:lnTo>
                <a:lnTo>
                  <a:pt x="993" y="497"/>
                </a:lnTo>
                <a:lnTo>
                  <a:pt x="997" y="503"/>
                </a:lnTo>
                <a:lnTo>
                  <a:pt x="1003" y="508"/>
                </a:lnTo>
                <a:lnTo>
                  <a:pt x="1010" y="510"/>
                </a:lnTo>
                <a:lnTo>
                  <a:pt x="1015" y="513"/>
                </a:lnTo>
                <a:lnTo>
                  <a:pt x="1022" y="513"/>
                </a:lnTo>
                <a:lnTo>
                  <a:pt x="1028" y="513"/>
                </a:lnTo>
                <a:lnTo>
                  <a:pt x="1035" y="513"/>
                </a:lnTo>
                <a:lnTo>
                  <a:pt x="1040" y="522"/>
                </a:lnTo>
                <a:lnTo>
                  <a:pt x="1042" y="510"/>
                </a:lnTo>
                <a:lnTo>
                  <a:pt x="1042" y="518"/>
                </a:lnTo>
                <a:lnTo>
                  <a:pt x="1043" y="525"/>
                </a:lnTo>
                <a:lnTo>
                  <a:pt x="1048" y="530"/>
                </a:lnTo>
                <a:lnTo>
                  <a:pt x="1053" y="537"/>
                </a:lnTo>
                <a:lnTo>
                  <a:pt x="1060" y="542"/>
                </a:lnTo>
                <a:lnTo>
                  <a:pt x="1063" y="548"/>
                </a:lnTo>
                <a:lnTo>
                  <a:pt x="1068" y="555"/>
                </a:lnTo>
                <a:lnTo>
                  <a:pt x="1073" y="560"/>
                </a:lnTo>
                <a:lnTo>
                  <a:pt x="1078" y="565"/>
                </a:lnTo>
                <a:lnTo>
                  <a:pt x="1085" y="568"/>
                </a:lnTo>
                <a:lnTo>
                  <a:pt x="1090" y="575"/>
                </a:lnTo>
                <a:lnTo>
                  <a:pt x="1095" y="577"/>
                </a:lnTo>
                <a:lnTo>
                  <a:pt x="1097" y="583"/>
                </a:lnTo>
                <a:lnTo>
                  <a:pt x="1102" y="590"/>
                </a:lnTo>
                <a:lnTo>
                  <a:pt x="1107" y="595"/>
                </a:lnTo>
                <a:lnTo>
                  <a:pt x="1110" y="603"/>
                </a:lnTo>
                <a:lnTo>
                  <a:pt x="1112" y="610"/>
                </a:lnTo>
                <a:lnTo>
                  <a:pt x="1118" y="613"/>
                </a:lnTo>
                <a:lnTo>
                  <a:pt x="1125" y="613"/>
                </a:lnTo>
                <a:lnTo>
                  <a:pt x="1132" y="617"/>
                </a:lnTo>
                <a:lnTo>
                  <a:pt x="1138" y="617"/>
                </a:lnTo>
                <a:lnTo>
                  <a:pt x="1143" y="618"/>
                </a:lnTo>
                <a:lnTo>
                  <a:pt x="1150" y="618"/>
                </a:lnTo>
                <a:lnTo>
                  <a:pt x="1157" y="622"/>
                </a:lnTo>
                <a:lnTo>
                  <a:pt x="1162" y="623"/>
                </a:lnTo>
                <a:lnTo>
                  <a:pt x="1168" y="625"/>
                </a:lnTo>
                <a:lnTo>
                  <a:pt x="1175" y="630"/>
                </a:lnTo>
                <a:lnTo>
                  <a:pt x="1182" y="633"/>
                </a:lnTo>
                <a:lnTo>
                  <a:pt x="1188" y="637"/>
                </a:lnTo>
                <a:lnTo>
                  <a:pt x="1193" y="642"/>
                </a:lnTo>
                <a:lnTo>
                  <a:pt x="1202" y="642"/>
                </a:lnTo>
                <a:lnTo>
                  <a:pt x="1207" y="642"/>
                </a:lnTo>
                <a:lnTo>
                  <a:pt x="1213" y="642"/>
                </a:lnTo>
                <a:lnTo>
                  <a:pt x="1220" y="642"/>
                </a:lnTo>
                <a:lnTo>
                  <a:pt x="1223" y="633"/>
                </a:lnTo>
                <a:lnTo>
                  <a:pt x="1230" y="632"/>
                </a:lnTo>
                <a:lnTo>
                  <a:pt x="1237" y="630"/>
                </a:lnTo>
                <a:lnTo>
                  <a:pt x="1242" y="625"/>
                </a:lnTo>
                <a:lnTo>
                  <a:pt x="1248" y="623"/>
                </a:lnTo>
                <a:lnTo>
                  <a:pt x="1255" y="622"/>
                </a:lnTo>
                <a:lnTo>
                  <a:pt x="1262" y="618"/>
                </a:lnTo>
                <a:lnTo>
                  <a:pt x="1268" y="617"/>
                </a:lnTo>
                <a:lnTo>
                  <a:pt x="1273" y="617"/>
                </a:lnTo>
                <a:lnTo>
                  <a:pt x="1283" y="617"/>
                </a:lnTo>
                <a:lnTo>
                  <a:pt x="1288" y="617"/>
                </a:lnTo>
                <a:lnTo>
                  <a:pt x="1295" y="617"/>
                </a:lnTo>
                <a:lnTo>
                  <a:pt x="1300" y="622"/>
                </a:lnTo>
                <a:lnTo>
                  <a:pt x="1308" y="625"/>
                </a:lnTo>
                <a:lnTo>
                  <a:pt x="1317" y="632"/>
                </a:lnTo>
                <a:lnTo>
                  <a:pt x="1322" y="637"/>
                </a:lnTo>
                <a:lnTo>
                  <a:pt x="1328" y="638"/>
                </a:lnTo>
                <a:lnTo>
                  <a:pt x="1335" y="642"/>
                </a:lnTo>
                <a:lnTo>
                  <a:pt x="1342" y="645"/>
                </a:lnTo>
                <a:lnTo>
                  <a:pt x="1348" y="650"/>
                </a:lnTo>
                <a:lnTo>
                  <a:pt x="1353" y="653"/>
                </a:lnTo>
                <a:lnTo>
                  <a:pt x="1360" y="657"/>
                </a:lnTo>
                <a:lnTo>
                  <a:pt x="1367" y="660"/>
                </a:lnTo>
                <a:lnTo>
                  <a:pt x="1373" y="662"/>
                </a:lnTo>
                <a:lnTo>
                  <a:pt x="1380" y="665"/>
                </a:lnTo>
                <a:lnTo>
                  <a:pt x="1385" y="668"/>
                </a:lnTo>
                <a:lnTo>
                  <a:pt x="1395" y="672"/>
                </a:lnTo>
                <a:lnTo>
                  <a:pt x="1400" y="673"/>
                </a:lnTo>
                <a:lnTo>
                  <a:pt x="1407" y="677"/>
                </a:lnTo>
                <a:lnTo>
                  <a:pt x="1412" y="677"/>
                </a:lnTo>
                <a:lnTo>
                  <a:pt x="1422" y="683"/>
                </a:lnTo>
                <a:lnTo>
                  <a:pt x="1428" y="687"/>
                </a:lnTo>
                <a:lnTo>
                  <a:pt x="1433" y="692"/>
                </a:lnTo>
                <a:lnTo>
                  <a:pt x="1438" y="698"/>
                </a:lnTo>
                <a:lnTo>
                  <a:pt x="1443" y="703"/>
                </a:lnTo>
                <a:lnTo>
                  <a:pt x="1450" y="707"/>
                </a:lnTo>
                <a:lnTo>
                  <a:pt x="1455" y="713"/>
                </a:lnTo>
                <a:lnTo>
                  <a:pt x="1460" y="715"/>
                </a:lnTo>
                <a:lnTo>
                  <a:pt x="1467" y="720"/>
                </a:lnTo>
                <a:lnTo>
                  <a:pt x="1477" y="727"/>
                </a:lnTo>
                <a:lnTo>
                  <a:pt x="1480" y="733"/>
                </a:lnTo>
                <a:lnTo>
                  <a:pt x="1487" y="735"/>
                </a:lnTo>
                <a:lnTo>
                  <a:pt x="1492" y="740"/>
                </a:lnTo>
                <a:lnTo>
                  <a:pt x="1502" y="747"/>
                </a:lnTo>
                <a:lnTo>
                  <a:pt x="1508" y="750"/>
                </a:lnTo>
                <a:lnTo>
                  <a:pt x="1515" y="750"/>
                </a:lnTo>
                <a:lnTo>
                  <a:pt x="1522" y="753"/>
                </a:lnTo>
                <a:lnTo>
                  <a:pt x="1530" y="758"/>
                </a:lnTo>
                <a:lnTo>
                  <a:pt x="1537" y="760"/>
                </a:lnTo>
                <a:lnTo>
                  <a:pt x="1542" y="762"/>
                </a:lnTo>
                <a:lnTo>
                  <a:pt x="1548" y="765"/>
                </a:lnTo>
                <a:lnTo>
                  <a:pt x="1555" y="767"/>
                </a:lnTo>
                <a:lnTo>
                  <a:pt x="1562" y="767"/>
                </a:lnTo>
                <a:lnTo>
                  <a:pt x="1568" y="768"/>
                </a:lnTo>
                <a:lnTo>
                  <a:pt x="1575" y="768"/>
                </a:lnTo>
                <a:lnTo>
                  <a:pt x="1583" y="770"/>
                </a:lnTo>
                <a:lnTo>
                  <a:pt x="1588" y="773"/>
                </a:lnTo>
                <a:lnTo>
                  <a:pt x="1595" y="777"/>
                </a:lnTo>
                <a:lnTo>
                  <a:pt x="1602" y="780"/>
                </a:lnTo>
                <a:lnTo>
                  <a:pt x="1610" y="785"/>
                </a:lnTo>
                <a:lnTo>
                  <a:pt x="1627" y="788"/>
                </a:lnTo>
                <a:lnTo>
                  <a:pt x="1633" y="792"/>
                </a:lnTo>
                <a:lnTo>
                  <a:pt x="1637" y="797"/>
                </a:lnTo>
                <a:lnTo>
                  <a:pt x="1642" y="805"/>
                </a:lnTo>
                <a:lnTo>
                  <a:pt x="1648" y="807"/>
                </a:lnTo>
                <a:lnTo>
                  <a:pt x="1653" y="812"/>
                </a:lnTo>
                <a:lnTo>
                  <a:pt x="1658" y="817"/>
                </a:lnTo>
                <a:lnTo>
                  <a:pt x="1665" y="823"/>
                </a:lnTo>
                <a:lnTo>
                  <a:pt x="1670" y="827"/>
                </a:lnTo>
                <a:lnTo>
                  <a:pt x="1677" y="832"/>
                </a:lnTo>
                <a:lnTo>
                  <a:pt x="1682" y="838"/>
                </a:lnTo>
                <a:lnTo>
                  <a:pt x="1687" y="842"/>
                </a:lnTo>
                <a:lnTo>
                  <a:pt x="1695" y="847"/>
                </a:lnTo>
                <a:lnTo>
                  <a:pt x="1700" y="848"/>
                </a:lnTo>
                <a:lnTo>
                  <a:pt x="1707" y="850"/>
                </a:lnTo>
                <a:lnTo>
                  <a:pt x="1713" y="850"/>
                </a:lnTo>
                <a:lnTo>
                  <a:pt x="1718" y="853"/>
                </a:lnTo>
                <a:lnTo>
                  <a:pt x="1725" y="853"/>
                </a:lnTo>
                <a:lnTo>
                  <a:pt x="1747" y="853"/>
                </a:lnTo>
                <a:lnTo>
                  <a:pt x="1747" y="855"/>
                </a:lnTo>
                <a:lnTo>
                  <a:pt x="1747" y="853"/>
                </a:lnTo>
                <a:lnTo>
                  <a:pt x="1763" y="853"/>
                </a:lnTo>
                <a:lnTo>
                  <a:pt x="1770" y="850"/>
                </a:lnTo>
                <a:lnTo>
                  <a:pt x="1777" y="848"/>
                </a:lnTo>
                <a:lnTo>
                  <a:pt x="1782" y="848"/>
                </a:lnTo>
                <a:lnTo>
                  <a:pt x="1788" y="848"/>
                </a:lnTo>
                <a:lnTo>
                  <a:pt x="1795" y="847"/>
                </a:lnTo>
                <a:lnTo>
                  <a:pt x="1802" y="847"/>
                </a:lnTo>
                <a:lnTo>
                  <a:pt x="1808" y="847"/>
                </a:lnTo>
                <a:lnTo>
                  <a:pt x="1813" y="848"/>
                </a:lnTo>
                <a:lnTo>
                  <a:pt x="1820" y="848"/>
                </a:lnTo>
                <a:lnTo>
                  <a:pt x="1827" y="850"/>
                </a:lnTo>
                <a:lnTo>
                  <a:pt x="1832" y="850"/>
                </a:lnTo>
                <a:lnTo>
                  <a:pt x="1838" y="853"/>
                </a:lnTo>
                <a:lnTo>
                  <a:pt x="1847" y="855"/>
                </a:lnTo>
                <a:lnTo>
                  <a:pt x="1853" y="858"/>
                </a:lnTo>
                <a:lnTo>
                  <a:pt x="1858" y="862"/>
                </a:lnTo>
                <a:lnTo>
                  <a:pt x="1865" y="863"/>
                </a:lnTo>
                <a:lnTo>
                  <a:pt x="1870" y="870"/>
                </a:lnTo>
                <a:lnTo>
                  <a:pt x="1875" y="873"/>
                </a:lnTo>
                <a:lnTo>
                  <a:pt x="1883" y="878"/>
                </a:lnTo>
                <a:lnTo>
                  <a:pt x="1890" y="883"/>
                </a:lnTo>
                <a:lnTo>
                  <a:pt x="1895" y="890"/>
                </a:lnTo>
                <a:lnTo>
                  <a:pt x="1902" y="895"/>
                </a:lnTo>
                <a:lnTo>
                  <a:pt x="1908" y="898"/>
                </a:lnTo>
                <a:lnTo>
                  <a:pt x="1915" y="905"/>
                </a:lnTo>
                <a:lnTo>
                  <a:pt x="1922" y="908"/>
                </a:lnTo>
                <a:lnTo>
                  <a:pt x="1927" y="910"/>
                </a:lnTo>
                <a:lnTo>
                  <a:pt x="1933" y="913"/>
                </a:lnTo>
                <a:lnTo>
                  <a:pt x="1938" y="917"/>
                </a:lnTo>
                <a:lnTo>
                  <a:pt x="1948" y="898"/>
                </a:lnTo>
                <a:lnTo>
                  <a:pt x="1938" y="917"/>
                </a:lnTo>
                <a:lnTo>
                  <a:pt x="1945" y="923"/>
                </a:lnTo>
                <a:lnTo>
                  <a:pt x="1950" y="930"/>
                </a:lnTo>
                <a:lnTo>
                  <a:pt x="1952" y="937"/>
                </a:lnTo>
                <a:lnTo>
                  <a:pt x="1955" y="943"/>
                </a:lnTo>
                <a:lnTo>
                  <a:pt x="1958" y="950"/>
                </a:lnTo>
                <a:lnTo>
                  <a:pt x="1963" y="957"/>
                </a:lnTo>
                <a:lnTo>
                  <a:pt x="1970" y="960"/>
                </a:lnTo>
                <a:lnTo>
                  <a:pt x="1970" y="968"/>
                </a:lnTo>
                <a:lnTo>
                  <a:pt x="1975" y="975"/>
                </a:lnTo>
                <a:lnTo>
                  <a:pt x="1980" y="982"/>
                </a:lnTo>
                <a:lnTo>
                  <a:pt x="1983" y="987"/>
                </a:lnTo>
                <a:lnTo>
                  <a:pt x="1987" y="995"/>
                </a:lnTo>
                <a:lnTo>
                  <a:pt x="1987" y="1002"/>
                </a:lnTo>
                <a:lnTo>
                  <a:pt x="1987" y="1007"/>
                </a:lnTo>
                <a:lnTo>
                  <a:pt x="1982" y="1013"/>
                </a:lnTo>
                <a:lnTo>
                  <a:pt x="1975" y="1018"/>
                </a:lnTo>
                <a:lnTo>
                  <a:pt x="1975" y="1025"/>
                </a:lnTo>
                <a:lnTo>
                  <a:pt x="1975" y="1032"/>
                </a:lnTo>
                <a:lnTo>
                  <a:pt x="1975" y="1038"/>
                </a:lnTo>
                <a:lnTo>
                  <a:pt x="1975" y="1045"/>
                </a:lnTo>
                <a:lnTo>
                  <a:pt x="1980" y="1052"/>
                </a:lnTo>
                <a:lnTo>
                  <a:pt x="1983" y="1060"/>
                </a:lnTo>
                <a:lnTo>
                  <a:pt x="1987" y="1065"/>
                </a:lnTo>
                <a:lnTo>
                  <a:pt x="1992" y="1072"/>
                </a:lnTo>
                <a:lnTo>
                  <a:pt x="1993" y="1078"/>
                </a:lnTo>
                <a:lnTo>
                  <a:pt x="1997" y="1085"/>
                </a:lnTo>
                <a:lnTo>
                  <a:pt x="1998" y="1092"/>
                </a:lnTo>
                <a:lnTo>
                  <a:pt x="2002" y="1098"/>
                </a:lnTo>
                <a:lnTo>
                  <a:pt x="2002" y="1105"/>
                </a:lnTo>
                <a:lnTo>
                  <a:pt x="2002" y="1112"/>
                </a:lnTo>
                <a:lnTo>
                  <a:pt x="2002" y="1118"/>
                </a:lnTo>
                <a:lnTo>
                  <a:pt x="2002" y="1125"/>
                </a:lnTo>
                <a:lnTo>
                  <a:pt x="2002" y="1132"/>
                </a:lnTo>
                <a:lnTo>
                  <a:pt x="2002" y="1138"/>
                </a:lnTo>
                <a:lnTo>
                  <a:pt x="2002" y="1145"/>
                </a:lnTo>
                <a:lnTo>
                  <a:pt x="2002" y="1150"/>
                </a:lnTo>
                <a:lnTo>
                  <a:pt x="2002" y="1158"/>
                </a:lnTo>
                <a:lnTo>
                  <a:pt x="2002" y="1165"/>
                </a:lnTo>
                <a:lnTo>
                  <a:pt x="2002" y="1172"/>
                </a:lnTo>
                <a:lnTo>
                  <a:pt x="2002" y="1178"/>
                </a:lnTo>
                <a:lnTo>
                  <a:pt x="2002" y="1185"/>
                </a:lnTo>
                <a:lnTo>
                  <a:pt x="2002" y="1192"/>
                </a:lnTo>
                <a:lnTo>
                  <a:pt x="2002" y="1197"/>
                </a:lnTo>
                <a:lnTo>
                  <a:pt x="2002" y="1205"/>
                </a:lnTo>
                <a:lnTo>
                  <a:pt x="2002" y="1212"/>
                </a:lnTo>
                <a:lnTo>
                  <a:pt x="2002" y="1218"/>
                </a:lnTo>
                <a:lnTo>
                  <a:pt x="2002" y="1223"/>
                </a:lnTo>
                <a:lnTo>
                  <a:pt x="2002" y="1232"/>
                </a:lnTo>
                <a:lnTo>
                  <a:pt x="1993" y="1233"/>
                </a:lnTo>
                <a:lnTo>
                  <a:pt x="1987" y="1233"/>
                </a:lnTo>
                <a:lnTo>
                  <a:pt x="1982" y="1233"/>
                </a:lnTo>
                <a:lnTo>
                  <a:pt x="1975" y="1233"/>
                </a:lnTo>
                <a:lnTo>
                  <a:pt x="1970" y="1233"/>
                </a:lnTo>
                <a:lnTo>
                  <a:pt x="1967" y="1240"/>
                </a:lnTo>
                <a:lnTo>
                  <a:pt x="1970" y="1247"/>
                </a:lnTo>
                <a:lnTo>
                  <a:pt x="1975" y="1253"/>
                </a:lnTo>
                <a:lnTo>
                  <a:pt x="1982" y="1260"/>
                </a:lnTo>
                <a:lnTo>
                  <a:pt x="1987" y="1267"/>
                </a:lnTo>
                <a:lnTo>
                  <a:pt x="1990" y="1273"/>
                </a:lnTo>
                <a:lnTo>
                  <a:pt x="1997" y="1278"/>
                </a:lnTo>
                <a:lnTo>
                  <a:pt x="2002" y="1285"/>
                </a:lnTo>
                <a:lnTo>
                  <a:pt x="2003" y="1290"/>
                </a:lnTo>
                <a:lnTo>
                  <a:pt x="2008" y="1297"/>
                </a:lnTo>
                <a:lnTo>
                  <a:pt x="2008" y="1305"/>
                </a:lnTo>
                <a:lnTo>
                  <a:pt x="2010" y="1310"/>
                </a:lnTo>
                <a:lnTo>
                  <a:pt x="2013" y="1317"/>
                </a:lnTo>
                <a:lnTo>
                  <a:pt x="2013" y="1323"/>
                </a:lnTo>
                <a:lnTo>
                  <a:pt x="2013" y="1332"/>
                </a:lnTo>
                <a:lnTo>
                  <a:pt x="2013" y="1337"/>
                </a:lnTo>
                <a:lnTo>
                  <a:pt x="2015" y="1343"/>
                </a:lnTo>
                <a:lnTo>
                  <a:pt x="2018" y="1350"/>
                </a:lnTo>
                <a:lnTo>
                  <a:pt x="2018" y="1357"/>
                </a:lnTo>
                <a:lnTo>
                  <a:pt x="2018" y="1363"/>
                </a:lnTo>
                <a:lnTo>
                  <a:pt x="2018" y="1370"/>
                </a:lnTo>
                <a:lnTo>
                  <a:pt x="2018" y="1378"/>
                </a:lnTo>
                <a:lnTo>
                  <a:pt x="2018" y="1383"/>
                </a:lnTo>
                <a:lnTo>
                  <a:pt x="2018" y="1390"/>
                </a:lnTo>
                <a:lnTo>
                  <a:pt x="2022" y="1397"/>
                </a:lnTo>
                <a:lnTo>
                  <a:pt x="2022" y="1403"/>
                </a:lnTo>
                <a:lnTo>
                  <a:pt x="2022" y="1410"/>
                </a:lnTo>
                <a:lnTo>
                  <a:pt x="2022" y="1417"/>
                </a:lnTo>
                <a:lnTo>
                  <a:pt x="2022" y="1423"/>
                </a:lnTo>
                <a:lnTo>
                  <a:pt x="2022" y="1430"/>
                </a:lnTo>
                <a:lnTo>
                  <a:pt x="2015" y="1430"/>
                </a:lnTo>
                <a:lnTo>
                  <a:pt x="2022" y="1425"/>
                </a:lnTo>
                <a:lnTo>
                  <a:pt x="2022" y="1432"/>
                </a:lnTo>
                <a:lnTo>
                  <a:pt x="2022" y="1440"/>
                </a:lnTo>
                <a:lnTo>
                  <a:pt x="2022" y="1445"/>
                </a:lnTo>
                <a:lnTo>
                  <a:pt x="2022" y="1452"/>
                </a:lnTo>
                <a:lnTo>
                  <a:pt x="2022" y="1460"/>
                </a:lnTo>
                <a:lnTo>
                  <a:pt x="2022" y="1465"/>
                </a:lnTo>
                <a:lnTo>
                  <a:pt x="2023" y="1472"/>
                </a:lnTo>
                <a:lnTo>
                  <a:pt x="2030" y="1475"/>
                </a:lnTo>
                <a:lnTo>
                  <a:pt x="2035" y="1475"/>
                </a:lnTo>
                <a:lnTo>
                  <a:pt x="2043" y="1475"/>
                </a:lnTo>
                <a:lnTo>
                  <a:pt x="2050" y="1475"/>
                </a:lnTo>
                <a:lnTo>
                  <a:pt x="2055" y="1475"/>
                </a:lnTo>
                <a:lnTo>
                  <a:pt x="2062" y="1475"/>
                </a:lnTo>
                <a:lnTo>
                  <a:pt x="2067" y="1475"/>
                </a:lnTo>
                <a:lnTo>
                  <a:pt x="2073" y="1475"/>
                </a:lnTo>
                <a:lnTo>
                  <a:pt x="2080" y="1475"/>
                </a:lnTo>
                <a:lnTo>
                  <a:pt x="2087" y="1477"/>
                </a:lnTo>
                <a:lnTo>
                  <a:pt x="2093" y="1478"/>
                </a:lnTo>
                <a:lnTo>
                  <a:pt x="2098" y="1478"/>
                </a:lnTo>
                <a:lnTo>
                  <a:pt x="2105" y="1480"/>
                </a:lnTo>
                <a:lnTo>
                  <a:pt x="2112" y="1480"/>
                </a:lnTo>
                <a:lnTo>
                  <a:pt x="2117" y="1480"/>
                </a:lnTo>
                <a:lnTo>
                  <a:pt x="2125" y="1480"/>
                </a:lnTo>
                <a:lnTo>
                  <a:pt x="2130" y="1480"/>
                </a:lnTo>
                <a:lnTo>
                  <a:pt x="2137" y="1480"/>
                </a:lnTo>
                <a:lnTo>
                  <a:pt x="2143" y="1480"/>
                </a:lnTo>
                <a:lnTo>
                  <a:pt x="2150" y="1483"/>
                </a:lnTo>
                <a:lnTo>
                  <a:pt x="2157" y="1483"/>
                </a:lnTo>
                <a:lnTo>
                  <a:pt x="2162" y="1487"/>
                </a:lnTo>
                <a:lnTo>
                  <a:pt x="2168" y="1487"/>
                </a:lnTo>
                <a:lnTo>
                  <a:pt x="2175" y="1487"/>
                </a:lnTo>
                <a:lnTo>
                  <a:pt x="2180" y="1487"/>
                </a:lnTo>
                <a:lnTo>
                  <a:pt x="2187" y="1487"/>
                </a:lnTo>
                <a:lnTo>
                  <a:pt x="2183" y="1502"/>
                </a:lnTo>
                <a:lnTo>
                  <a:pt x="2185" y="1487"/>
                </a:lnTo>
                <a:lnTo>
                  <a:pt x="2192" y="1487"/>
                </a:lnTo>
                <a:lnTo>
                  <a:pt x="2197" y="1490"/>
                </a:lnTo>
                <a:lnTo>
                  <a:pt x="2205" y="1492"/>
                </a:lnTo>
                <a:lnTo>
                  <a:pt x="2210" y="1492"/>
                </a:lnTo>
                <a:lnTo>
                  <a:pt x="2217" y="1492"/>
                </a:lnTo>
                <a:lnTo>
                  <a:pt x="2223" y="1492"/>
                </a:lnTo>
                <a:lnTo>
                  <a:pt x="2228" y="1492"/>
                </a:lnTo>
                <a:lnTo>
                  <a:pt x="2237" y="1495"/>
                </a:lnTo>
                <a:lnTo>
                  <a:pt x="2242" y="1495"/>
                </a:lnTo>
                <a:lnTo>
                  <a:pt x="2248" y="1495"/>
                </a:lnTo>
                <a:lnTo>
                  <a:pt x="2255" y="1495"/>
                </a:lnTo>
                <a:lnTo>
                  <a:pt x="2260" y="1495"/>
                </a:lnTo>
                <a:lnTo>
                  <a:pt x="2267" y="1495"/>
                </a:lnTo>
                <a:lnTo>
                  <a:pt x="2273" y="1495"/>
                </a:lnTo>
                <a:lnTo>
                  <a:pt x="2278" y="1495"/>
                </a:lnTo>
                <a:lnTo>
                  <a:pt x="2287" y="1495"/>
                </a:lnTo>
                <a:lnTo>
                  <a:pt x="2292" y="1495"/>
                </a:lnTo>
                <a:lnTo>
                  <a:pt x="2298" y="1498"/>
                </a:lnTo>
                <a:lnTo>
                  <a:pt x="2305" y="1498"/>
                </a:lnTo>
                <a:lnTo>
                  <a:pt x="2310" y="1502"/>
                </a:lnTo>
                <a:lnTo>
                  <a:pt x="2318" y="1503"/>
                </a:lnTo>
                <a:lnTo>
                  <a:pt x="2323" y="1505"/>
                </a:lnTo>
                <a:lnTo>
                  <a:pt x="2332" y="1505"/>
                </a:lnTo>
                <a:lnTo>
                  <a:pt x="2338" y="1505"/>
                </a:lnTo>
                <a:lnTo>
                  <a:pt x="2345" y="1507"/>
                </a:lnTo>
                <a:lnTo>
                  <a:pt x="2352" y="1507"/>
                </a:lnTo>
                <a:lnTo>
                  <a:pt x="2357" y="1507"/>
                </a:lnTo>
                <a:lnTo>
                  <a:pt x="2363" y="1507"/>
                </a:lnTo>
                <a:lnTo>
                  <a:pt x="2370" y="1507"/>
                </a:lnTo>
                <a:lnTo>
                  <a:pt x="2377" y="1505"/>
                </a:lnTo>
                <a:lnTo>
                  <a:pt x="2383" y="1503"/>
                </a:lnTo>
                <a:lnTo>
                  <a:pt x="2388" y="1503"/>
                </a:lnTo>
                <a:lnTo>
                  <a:pt x="2395" y="1503"/>
                </a:lnTo>
                <a:lnTo>
                  <a:pt x="2402" y="1503"/>
                </a:lnTo>
                <a:lnTo>
                  <a:pt x="2407" y="1503"/>
                </a:lnTo>
                <a:lnTo>
                  <a:pt x="2415" y="1507"/>
                </a:lnTo>
                <a:lnTo>
                  <a:pt x="2420" y="1512"/>
                </a:lnTo>
                <a:lnTo>
                  <a:pt x="2427" y="1515"/>
                </a:lnTo>
                <a:lnTo>
                  <a:pt x="2433" y="1522"/>
                </a:lnTo>
                <a:lnTo>
                  <a:pt x="2437" y="1527"/>
                </a:lnTo>
                <a:lnTo>
                  <a:pt x="2437" y="1533"/>
                </a:lnTo>
                <a:lnTo>
                  <a:pt x="2435" y="1542"/>
                </a:lnTo>
                <a:lnTo>
                  <a:pt x="2428" y="1542"/>
                </a:lnTo>
                <a:lnTo>
                  <a:pt x="2422" y="1545"/>
                </a:lnTo>
                <a:lnTo>
                  <a:pt x="2417" y="1552"/>
                </a:lnTo>
                <a:lnTo>
                  <a:pt x="2412" y="1557"/>
                </a:lnTo>
                <a:lnTo>
                  <a:pt x="2405" y="1560"/>
                </a:lnTo>
                <a:lnTo>
                  <a:pt x="2400" y="1565"/>
                </a:lnTo>
                <a:lnTo>
                  <a:pt x="2393" y="1568"/>
                </a:lnTo>
                <a:lnTo>
                  <a:pt x="2388" y="1573"/>
                </a:lnTo>
                <a:lnTo>
                  <a:pt x="2388" y="1580"/>
                </a:lnTo>
                <a:lnTo>
                  <a:pt x="2388" y="1587"/>
                </a:lnTo>
                <a:lnTo>
                  <a:pt x="2388" y="1593"/>
                </a:lnTo>
                <a:lnTo>
                  <a:pt x="2388" y="1600"/>
                </a:lnTo>
                <a:lnTo>
                  <a:pt x="2395" y="1607"/>
                </a:lnTo>
                <a:lnTo>
                  <a:pt x="2398" y="1613"/>
                </a:lnTo>
                <a:lnTo>
                  <a:pt x="2400" y="1620"/>
                </a:lnTo>
                <a:lnTo>
                  <a:pt x="2400" y="1627"/>
                </a:lnTo>
                <a:lnTo>
                  <a:pt x="2400" y="1633"/>
                </a:lnTo>
                <a:lnTo>
                  <a:pt x="2400" y="1640"/>
                </a:lnTo>
                <a:lnTo>
                  <a:pt x="2402" y="1647"/>
                </a:lnTo>
                <a:lnTo>
                  <a:pt x="2403" y="1653"/>
                </a:lnTo>
                <a:lnTo>
                  <a:pt x="2403" y="1660"/>
                </a:lnTo>
                <a:lnTo>
                  <a:pt x="2403" y="1667"/>
                </a:lnTo>
                <a:lnTo>
                  <a:pt x="2405" y="1673"/>
                </a:lnTo>
                <a:lnTo>
                  <a:pt x="2407" y="1680"/>
                </a:lnTo>
                <a:lnTo>
                  <a:pt x="2407" y="1687"/>
                </a:lnTo>
                <a:lnTo>
                  <a:pt x="2407" y="1693"/>
                </a:lnTo>
                <a:lnTo>
                  <a:pt x="2410" y="1700"/>
                </a:lnTo>
                <a:lnTo>
                  <a:pt x="2410" y="1707"/>
                </a:lnTo>
                <a:lnTo>
                  <a:pt x="2412" y="1713"/>
                </a:lnTo>
                <a:lnTo>
                  <a:pt x="2417" y="1720"/>
                </a:lnTo>
                <a:lnTo>
                  <a:pt x="2422" y="1723"/>
                </a:lnTo>
                <a:lnTo>
                  <a:pt x="2428" y="1727"/>
                </a:lnTo>
                <a:lnTo>
                  <a:pt x="2435" y="1728"/>
                </a:lnTo>
                <a:lnTo>
                  <a:pt x="2442" y="1732"/>
                </a:lnTo>
                <a:lnTo>
                  <a:pt x="2448" y="1735"/>
                </a:lnTo>
                <a:lnTo>
                  <a:pt x="2453" y="1742"/>
                </a:lnTo>
                <a:lnTo>
                  <a:pt x="2460" y="1747"/>
                </a:lnTo>
                <a:lnTo>
                  <a:pt x="2465" y="1750"/>
                </a:lnTo>
                <a:lnTo>
                  <a:pt x="2470" y="1758"/>
                </a:lnTo>
                <a:lnTo>
                  <a:pt x="2478" y="1760"/>
                </a:lnTo>
                <a:lnTo>
                  <a:pt x="2483" y="1763"/>
                </a:lnTo>
                <a:lnTo>
                  <a:pt x="2490" y="1767"/>
                </a:lnTo>
                <a:lnTo>
                  <a:pt x="2497" y="1768"/>
                </a:lnTo>
                <a:lnTo>
                  <a:pt x="2502" y="1770"/>
                </a:lnTo>
                <a:lnTo>
                  <a:pt x="2508" y="1773"/>
                </a:lnTo>
                <a:lnTo>
                  <a:pt x="2513" y="1778"/>
                </a:lnTo>
                <a:lnTo>
                  <a:pt x="2522" y="1782"/>
                </a:lnTo>
                <a:lnTo>
                  <a:pt x="2522" y="1788"/>
                </a:lnTo>
                <a:lnTo>
                  <a:pt x="2528" y="1793"/>
                </a:lnTo>
                <a:lnTo>
                  <a:pt x="2528" y="1798"/>
                </a:lnTo>
                <a:lnTo>
                  <a:pt x="2528" y="1805"/>
                </a:lnTo>
                <a:lnTo>
                  <a:pt x="2532" y="1813"/>
                </a:lnTo>
                <a:lnTo>
                  <a:pt x="2533" y="1820"/>
                </a:lnTo>
                <a:lnTo>
                  <a:pt x="2533" y="1825"/>
                </a:lnTo>
                <a:lnTo>
                  <a:pt x="2533" y="1832"/>
                </a:lnTo>
                <a:lnTo>
                  <a:pt x="2533" y="1840"/>
                </a:lnTo>
                <a:lnTo>
                  <a:pt x="2538" y="1845"/>
                </a:lnTo>
                <a:lnTo>
                  <a:pt x="2538" y="1852"/>
                </a:lnTo>
                <a:lnTo>
                  <a:pt x="2543" y="1860"/>
                </a:lnTo>
                <a:lnTo>
                  <a:pt x="2545" y="1867"/>
                </a:lnTo>
                <a:lnTo>
                  <a:pt x="2552" y="1870"/>
                </a:lnTo>
                <a:lnTo>
                  <a:pt x="2560" y="1872"/>
                </a:lnTo>
                <a:lnTo>
                  <a:pt x="2563" y="1878"/>
                </a:lnTo>
                <a:lnTo>
                  <a:pt x="2565" y="1887"/>
                </a:lnTo>
                <a:lnTo>
                  <a:pt x="2567" y="1892"/>
                </a:lnTo>
                <a:lnTo>
                  <a:pt x="2570" y="1898"/>
                </a:lnTo>
                <a:lnTo>
                  <a:pt x="2572" y="1905"/>
                </a:lnTo>
                <a:lnTo>
                  <a:pt x="2573" y="1913"/>
                </a:lnTo>
                <a:lnTo>
                  <a:pt x="2577" y="1918"/>
                </a:lnTo>
                <a:lnTo>
                  <a:pt x="2578" y="1925"/>
                </a:lnTo>
                <a:lnTo>
                  <a:pt x="2585" y="1932"/>
                </a:lnTo>
                <a:lnTo>
                  <a:pt x="2585" y="1938"/>
                </a:lnTo>
                <a:lnTo>
                  <a:pt x="2585" y="1945"/>
                </a:lnTo>
                <a:lnTo>
                  <a:pt x="2578" y="1952"/>
                </a:lnTo>
                <a:lnTo>
                  <a:pt x="2577" y="1958"/>
                </a:lnTo>
                <a:lnTo>
                  <a:pt x="2573" y="1965"/>
                </a:lnTo>
                <a:lnTo>
                  <a:pt x="2573" y="1972"/>
                </a:lnTo>
                <a:lnTo>
                  <a:pt x="2572" y="1978"/>
                </a:lnTo>
                <a:lnTo>
                  <a:pt x="2572" y="1985"/>
                </a:lnTo>
                <a:lnTo>
                  <a:pt x="2570" y="1992"/>
                </a:lnTo>
                <a:lnTo>
                  <a:pt x="2570" y="1998"/>
                </a:lnTo>
                <a:lnTo>
                  <a:pt x="2570" y="2005"/>
                </a:lnTo>
                <a:lnTo>
                  <a:pt x="2565" y="2012"/>
                </a:lnTo>
                <a:lnTo>
                  <a:pt x="2562" y="2018"/>
                </a:lnTo>
                <a:lnTo>
                  <a:pt x="2557" y="2025"/>
                </a:lnTo>
                <a:lnTo>
                  <a:pt x="2552" y="2032"/>
                </a:lnTo>
                <a:lnTo>
                  <a:pt x="2545" y="2035"/>
                </a:lnTo>
                <a:lnTo>
                  <a:pt x="2552" y="2032"/>
                </a:lnTo>
                <a:lnTo>
                  <a:pt x="2545" y="2035"/>
                </a:lnTo>
                <a:lnTo>
                  <a:pt x="2543" y="2042"/>
                </a:lnTo>
                <a:lnTo>
                  <a:pt x="2543" y="2050"/>
                </a:lnTo>
                <a:lnTo>
                  <a:pt x="2538" y="2057"/>
                </a:lnTo>
                <a:lnTo>
                  <a:pt x="2538" y="2062"/>
                </a:lnTo>
                <a:lnTo>
                  <a:pt x="2538" y="2068"/>
                </a:lnTo>
                <a:lnTo>
                  <a:pt x="2540" y="2077"/>
                </a:lnTo>
                <a:lnTo>
                  <a:pt x="2543" y="2082"/>
                </a:lnTo>
                <a:lnTo>
                  <a:pt x="2545" y="2088"/>
                </a:lnTo>
                <a:lnTo>
                  <a:pt x="2545" y="2097"/>
                </a:lnTo>
                <a:lnTo>
                  <a:pt x="2545" y="2103"/>
                </a:lnTo>
                <a:lnTo>
                  <a:pt x="2545" y="2108"/>
                </a:lnTo>
                <a:lnTo>
                  <a:pt x="2543" y="2115"/>
                </a:lnTo>
                <a:lnTo>
                  <a:pt x="2538" y="2123"/>
                </a:lnTo>
                <a:lnTo>
                  <a:pt x="2535" y="2128"/>
                </a:lnTo>
                <a:lnTo>
                  <a:pt x="2532" y="2135"/>
                </a:lnTo>
                <a:lnTo>
                  <a:pt x="2525" y="2138"/>
                </a:lnTo>
                <a:lnTo>
                  <a:pt x="2522" y="2143"/>
                </a:lnTo>
                <a:lnTo>
                  <a:pt x="2513" y="2150"/>
                </a:lnTo>
                <a:lnTo>
                  <a:pt x="2512" y="2158"/>
                </a:lnTo>
                <a:lnTo>
                  <a:pt x="2505" y="2160"/>
                </a:lnTo>
                <a:lnTo>
                  <a:pt x="2498" y="2167"/>
                </a:lnTo>
                <a:lnTo>
                  <a:pt x="2497" y="2173"/>
                </a:lnTo>
                <a:lnTo>
                  <a:pt x="2493" y="2178"/>
                </a:lnTo>
                <a:lnTo>
                  <a:pt x="2490" y="2187"/>
                </a:lnTo>
                <a:lnTo>
                  <a:pt x="2487" y="2193"/>
                </a:lnTo>
                <a:lnTo>
                  <a:pt x="2483" y="2200"/>
                </a:lnTo>
                <a:lnTo>
                  <a:pt x="2483" y="2205"/>
                </a:lnTo>
                <a:lnTo>
                  <a:pt x="2480" y="2213"/>
                </a:lnTo>
                <a:lnTo>
                  <a:pt x="2480" y="2220"/>
                </a:lnTo>
                <a:lnTo>
                  <a:pt x="2480" y="2225"/>
                </a:lnTo>
                <a:lnTo>
                  <a:pt x="2475" y="2232"/>
                </a:lnTo>
                <a:lnTo>
                  <a:pt x="2470" y="2240"/>
                </a:lnTo>
                <a:lnTo>
                  <a:pt x="2465" y="2242"/>
                </a:lnTo>
                <a:lnTo>
                  <a:pt x="2458" y="2247"/>
                </a:lnTo>
                <a:lnTo>
                  <a:pt x="2457" y="2252"/>
                </a:lnTo>
                <a:lnTo>
                  <a:pt x="2453" y="2260"/>
                </a:lnTo>
                <a:lnTo>
                  <a:pt x="2453" y="2267"/>
                </a:lnTo>
                <a:lnTo>
                  <a:pt x="2453" y="2272"/>
                </a:lnTo>
                <a:lnTo>
                  <a:pt x="2452" y="2278"/>
                </a:lnTo>
                <a:lnTo>
                  <a:pt x="2452" y="2287"/>
                </a:lnTo>
                <a:lnTo>
                  <a:pt x="2452" y="2293"/>
                </a:lnTo>
                <a:lnTo>
                  <a:pt x="2453" y="2298"/>
                </a:lnTo>
                <a:lnTo>
                  <a:pt x="2457" y="2305"/>
                </a:lnTo>
                <a:lnTo>
                  <a:pt x="2463" y="2310"/>
                </a:lnTo>
                <a:lnTo>
                  <a:pt x="2468" y="2315"/>
                </a:lnTo>
                <a:lnTo>
                  <a:pt x="2472" y="2322"/>
                </a:lnTo>
                <a:lnTo>
                  <a:pt x="2478" y="2328"/>
                </a:lnTo>
                <a:lnTo>
                  <a:pt x="2470" y="2330"/>
                </a:lnTo>
                <a:lnTo>
                  <a:pt x="2465" y="2332"/>
                </a:lnTo>
                <a:lnTo>
                  <a:pt x="2458" y="2333"/>
                </a:lnTo>
                <a:lnTo>
                  <a:pt x="2453" y="2342"/>
                </a:lnTo>
                <a:lnTo>
                  <a:pt x="2448" y="2345"/>
                </a:lnTo>
                <a:lnTo>
                  <a:pt x="2442" y="2348"/>
                </a:lnTo>
                <a:lnTo>
                  <a:pt x="2435" y="2350"/>
                </a:lnTo>
                <a:lnTo>
                  <a:pt x="2428" y="2355"/>
                </a:lnTo>
                <a:lnTo>
                  <a:pt x="2427" y="2348"/>
                </a:lnTo>
                <a:lnTo>
                  <a:pt x="2427" y="2342"/>
                </a:lnTo>
                <a:lnTo>
                  <a:pt x="2427" y="2333"/>
                </a:lnTo>
                <a:lnTo>
                  <a:pt x="2427" y="2328"/>
                </a:lnTo>
                <a:lnTo>
                  <a:pt x="2427" y="2322"/>
                </a:lnTo>
                <a:lnTo>
                  <a:pt x="2428" y="2315"/>
                </a:lnTo>
                <a:lnTo>
                  <a:pt x="2432" y="2308"/>
                </a:lnTo>
                <a:lnTo>
                  <a:pt x="2432" y="2302"/>
                </a:lnTo>
                <a:lnTo>
                  <a:pt x="2432" y="2295"/>
                </a:lnTo>
                <a:lnTo>
                  <a:pt x="2433" y="2287"/>
                </a:lnTo>
                <a:lnTo>
                  <a:pt x="2432" y="2282"/>
                </a:lnTo>
                <a:lnTo>
                  <a:pt x="2425" y="2278"/>
                </a:lnTo>
                <a:lnTo>
                  <a:pt x="2417" y="2275"/>
                </a:lnTo>
                <a:lnTo>
                  <a:pt x="2412" y="2270"/>
                </a:lnTo>
                <a:lnTo>
                  <a:pt x="2405" y="2267"/>
                </a:lnTo>
                <a:lnTo>
                  <a:pt x="2400" y="2263"/>
                </a:lnTo>
                <a:lnTo>
                  <a:pt x="2393" y="2260"/>
                </a:lnTo>
                <a:lnTo>
                  <a:pt x="2385" y="2255"/>
                </a:lnTo>
                <a:lnTo>
                  <a:pt x="2383" y="2248"/>
                </a:lnTo>
                <a:lnTo>
                  <a:pt x="2378" y="2242"/>
                </a:lnTo>
                <a:lnTo>
                  <a:pt x="2372" y="2237"/>
                </a:lnTo>
                <a:lnTo>
                  <a:pt x="2377" y="2243"/>
                </a:lnTo>
                <a:lnTo>
                  <a:pt x="2380" y="2250"/>
                </a:lnTo>
                <a:lnTo>
                  <a:pt x="2385" y="2257"/>
                </a:lnTo>
                <a:lnTo>
                  <a:pt x="2385" y="2263"/>
                </a:lnTo>
                <a:lnTo>
                  <a:pt x="2385" y="2257"/>
                </a:lnTo>
                <a:lnTo>
                  <a:pt x="2385" y="2250"/>
                </a:lnTo>
                <a:lnTo>
                  <a:pt x="2378" y="2248"/>
                </a:lnTo>
                <a:lnTo>
                  <a:pt x="2372" y="2243"/>
                </a:lnTo>
                <a:lnTo>
                  <a:pt x="2365" y="2240"/>
                </a:lnTo>
                <a:lnTo>
                  <a:pt x="2358" y="2235"/>
                </a:lnTo>
                <a:lnTo>
                  <a:pt x="2353" y="2232"/>
                </a:lnTo>
                <a:lnTo>
                  <a:pt x="2350" y="2225"/>
                </a:lnTo>
                <a:lnTo>
                  <a:pt x="2347" y="2220"/>
                </a:lnTo>
                <a:lnTo>
                  <a:pt x="2345" y="2213"/>
                </a:lnTo>
                <a:lnTo>
                  <a:pt x="2338" y="2210"/>
                </a:lnTo>
                <a:lnTo>
                  <a:pt x="2352" y="2208"/>
                </a:lnTo>
                <a:lnTo>
                  <a:pt x="2345" y="2217"/>
                </a:lnTo>
                <a:lnTo>
                  <a:pt x="2347" y="2223"/>
                </a:lnTo>
                <a:lnTo>
                  <a:pt x="2353" y="2228"/>
                </a:lnTo>
                <a:lnTo>
                  <a:pt x="2358" y="2232"/>
                </a:lnTo>
                <a:lnTo>
                  <a:pt x="2363" y="2237"/>
                </a:lnTo>
                <a:lnTo>
                  <a:pt x="2370" y="2242"/>
                </a:lnTo>
                <a:lnTo>
                  <a:pt x="2373" y="2248"/>
                </a:lnTo>
                <a:lnTo>
                  <a:pt x="2380" y="2250"/>
                </a:lnTo>
                <a:lnTo>
                  <a:pt x="2385" y="2255"/>
                </a:lnTo>
                <a:lnTo>
                  <a:pt x="2390" y="2262"/>
                </a:lnTo>
                <a:lnTo>
                  <a:pt x="2385" y="2262"/>
                </a:lnTo>
                <a:lnTo>
                  <a:pt x="2378" y="2260"/>
                </a:lnTo>
                <a:lnTo>
                  <a:pt x="2372" y="2257"/>
                </a:lnTo>
                <a:lnTo>
                  <a:pt x="2368" y="2250"/>
                </a:lnTo>
                <a:lnTo>
                  <a:pt x="2362" y="2248"/>
                </a:lnTo>
                <a:lnTo>
                  <a:pt x="2355" y="2247"/>
                </a:lnTo>
                <a:lnTo>
                  <a:pt x="2350" y="2243"/>
                </a:lnTo>
                <a:lnTo>
                  <a:pt x="2343" y="2242"/>
                </a:lnTo>
                <a:lnTo>
                  <a:pt x="2337" y="2235"/>
                </a:lnTo>
                <a:lnTo>
                  <a:pt x="2330" y="2232"/>
                </a:lnTo>
                <a:lnTo>
                  <a:pt x="2323" y="2232"/>
                </a:lnTo>
                <a:lnTo>
                  <a:pt x="2318" y="2228"/>
                </a:lnTo>
                <a:lnTo>
                  <a:pt x="2310" y="2225"/>
                </a:lnTo>
                <a:lnTo>
                  <a:pt x="2305" y="2222"/>
                </a:lnTo>
                <a:lnTo>
                  <a:pt x="2298" y="2217"/>
                </a:lnTo>
                <a:lnTo>
                  <a:pt x="2292" y="2213"/>
                </a:lnTo>
                <a:lnTo>
                  <a:pt x="2287" y="2210"/>
                </a:lnTo>
                <a:lnTo>
                  <a:pt x="2278" y="2208"/>
                </a:lnTo>
                <a:lnTo>
                  <a:pt x="2273" y="2205"/>
                </a:lnTo>
                <a:lnTo>
                  <a:pt x="2267" y="2205"/>
                </a:lnTo>
                <a:lnTo>
                  <a:pt x="2260" y="2202"/>
                </a:lnTo>
                <a:lnTo>
                  <a:pt x="2255" y="2202"/>
                </a:lnTo>
                <a:lnTo>
                  <a:pt x="2248" y="2200"/>
                </a:lnTo>
                <a:lnTo>
                  <a:pt x="2242" y="2195"/>
                </a:lnTo>
                <a:lnTo>
                  <a:pt x="2238" y="2188"/>
                </a:lnTo>
                <a:lnTo>
                  <a:pt x="2237" y="2182"/>
                </a:lnTo>
                <a:lnTo>
                  <a:pt x="2232" y="2175"/>
                </a:lnTo>
                <a:lnTo>
                  <a:pt x="2225" y="2170"/>
                </a:lnTo>
                <a:lnTo>
                  <a:pt x="2218" y="2170"/>
                </a:lnTo>
                <a:lnTo>
                  <a:pt x="2212" y="2170"/>
                </a:lnTo>
                <a:lnTo>
                  <a:pt x="2207" y="2170"/>
                </a:lnTo>
                <a:lnTo>
                  <a:pt x="2200" y="2170"/>
                </a:lnTo>
                <a:lnTo>
                  <a:pt x="2193" y="2170"/>
                </a:lnTo>
                <a:lnTo>
                  <a:pt x="2187" y="2170"/>
                </a:lnTo>
                <a:lnTo>
                  <a:pt x="2180" y="2170"/>
                </a:lnTo>
                <a:lnTo>
                  <a:pt x="2175" y="2170"/>
                </a:lnTo>
                <a:lnTo>
                  <a:pt x="2168" y="2170"/>
                </a:lnTo>
                <a:lnTo>
                  <a:pt x="2162" y="2170"/>
                </a:lnTo>
                <a:lnTo>
                  <a:pt x="2157" y="2170"/>
                </a:lnTo>
                <a:lnTo>
                  <a:pt x="2150" y="2170"/>
                </a:lnTo>
                <a:lnTo>
                  <a:pt x="2143" y="2168"/>
                </a:lnTo>
                <a:lnTo>
                  <a:pt x="2137" y="2167"/>
                </a:lnTo>
                <a:lnTo>
                  <a:pt x="2130" y="2167"/>
                </a:lnTo>
                <a:lnTo>
                  <a:pt x="2125" y="2167"/>
                </a:lnTo>
                <a:lnTo>
                  <a:pt x="2117" y="2163"/>
                </a:lnTo>
                <a:lnTo>
                  <a:pt x="2112" y="2163"/>
                </a:lnTo>
                <a:lnTo>
                  <a:pt x="2105" y="2163"/>
                </a:lnTo>
                <a:lnTo>
                  <a:pt x="2098" y="2162"/>
                </a:lnTo>
                <a:lnTo>
                  <a:pt x="2093" y="2162"/>
                </a:lnTo>
                <a:lnTo>
                  <a:pt x="2087" y="2162"/>
                </a:lnTo>
                <a:lnTo>
                  <a:pt x="2080" y="2162"/>
                </a:lnTo>
                <a:lnTo>
                  <a:pt x="2073" y="2162"/>
                </a:lnTo>
                <a:lnTo>
                  <a:pt x="2067" y="2160"/>
                </a:lnTo>
                <a:lnTo>
                  <a:pt x="2062" y="2160"/>
                </a:lnTo>
                <a:lnTo>
                  <a:pt x="2055" y="2160"/>
                </a:lnTo>
                <a:lnTo>
                  <a:pt x="2050" y="2158"/>
                </a:lnTo>
                <a:lnTo>
                  <a:pt x="2043" y="2158"/>
                </a:lnTo>
                <a:lnTo>
                  <a:pt x="2035" y="2158"/>
                </a:lnTo>
                <a:lnTo>
                  <a:pt x="2030" y="2158"/>
                </a:lnTo>
                <a:lnTo>
                  <a:pt x="2023" y="2155"/>
                </a:lnTo>
                <a:lnTo>
                  <a:pt x="2018" y="2155"/>
                </a:lnTo>
                <a:lnTo>
                  <a:pt x="2010" y="2155"/>
                </a:lnTo>
                <a:lnTo>
                  <a:pt x="2007" y="2162"/>
                </a:lnTo>
                <a:lnTo>
                  <a:pt x="2002" y="2162"/>
                </a:lnTo>
                <a:lnTo>
                  <a:pt x="1993" y="2162"/>
                </a:lnTo>
                <a:lnTo>
                  <a:pt x="1987" y="2162"/>
                </a:lnTo>
                <a:lnTo>
                  <a:pt x="1982" y="2162"/>
                </a:lnTo>
                <a:lnTo>
                  <a:pt x="1975" y="2162"/>
                </a:lnTo>
                <a:lnTo>
                  <a:pt x="1970" y="2163"/>
                </a:lnTo>
                <a:lnTo>
                  <a:pt x="1963" y="2167"/>
                </a:lnTo>
                <a:lnTo>
                  <a:pt x="1955" y="2168"/>
                </a:lnTo>
                <a:lnTo>
                  <a:pt x="1950" y="2170"/>
                </a:lnTo>
                <a:lnTo>
                  <a:pt x="1943" y="2170"/>
                </a:lnTo>
                <a:lnTo>
                  <a:pt x="1938" y="2170"/>
                </a:lnTo>
                <a:lnTo>
                  <a:pt x="1930" y="2170"/>
                </a:lnTo>
                <a:lnTo>
                  <a:pt x="1923" y="2173"/>
                </a:lnTo>
                <a:lnTo>
                  <a:pt x="1917" y="2173"/>
                </a:lnTo>
                <a:lnTo>
                  <a:pt x="1910" y="2175"/>
                </a:lnTo>
                <a:lnTo>
                  <a:pt x="1903" y="2178"/>
                </a:lnTo>
                <a:lnTo>
                  <a:pt x="1897" y="2178"/>
                </a:lnTo>
                <a:lnTo>
                  <a:pt x="1892" y="2178"/>
                </a:lnTo>
                <a:lnTo>
                  <a:pt x="1885" y="2182"/>
                </a:lnTo>
                <a:lnTo>
                  <a:pt x="1878" y="2182"/>
                </a:lnTo>
                <a:lnTo>
                  <a:pt x="1873" y="2182"/>
                </a:lnTo>
                <a:lnTo>
                  <a:pt x="1865" y="2185"/>
                </a:lnTo>
                <a:lnTo>
                  <a:pt x="1858" y="2187"/>
                </a:lnTo>
                <a:lnTo>
                  <a:pt x="1853" y="2188"/>
                </a:lnTo>
                <a:lnTo>
                  <a:pt x="1847" y="2190"/>
                </a:lnTo>
                <a:lnTo>
                  <a:pt x="1842" y="2190"/>
                </a:lnTo>
                <a:lnTo>
                  <a:pt x="1835" y="2193"/>
                </a:lnTo>
                <a:lnTo>
                  <a:pt x="1828" y="2193"/>
                </a:lnTo>
                <a:lnTo>
                  <a:pt x="1822" y="2193"/>
                </a:lnTo>
                <a:lnTo>
                  <a:pt x="1815" y="2195"/>
                </a:lnTo>
                <a:lnTo>
                  <a:pt x="1810" y="2195"/>
                </a:lnTo>
                <a:lnTo>
                  <a:pt x="1803" y="2197"/>
                </a:lnTo>
                <a:lnTo>
                  <a:pt x="1797" y="2197"/>
                </a:lnTo>
                <a:lnTo>
                  <a:pt x="1790" y="2197"/>
                </a:lnTo>
                <a:lnTo>
                  <a:pt x="1783" y="2200"/>
                </a:lnTo>
                <a:lnTo>
                  <a:pt x="1778" y="2200"/>
                </a:lnTo>
                <a:lnTo>
                  <a:pt x="1772" y="2202"/>
                </a:lnTo>
                <a:lnTo>
                  <a:pt x="1765" y="2202"/>
                </a:lnTo>
                <a:lnTo>
                  <a:pt x="1747" y="2202"/>
                </a:lnTo>
                <a:lnTo>
                  <a:pt x="1747" y="2205"/>
                </a:lnTo>
                <a:lnTo>
                  <a:pt x="1730" y="2205"/>
                </a:lnTo>
                <a:lnTo>
                  <a:pt x="1723" y="2208"/>
                </a:lnTo>
                <a:lnTo>
                  <a:pt x="1717" y="2208"/>
                </a:lnTo>
                <a:lnTo>
                  <a:pt x="1710" y="2213"/>
                </a:lnTo>
                <a:lnTo>
                  <a:pt x="1703" y="2215"/>
                </a:lnTo>
                <a:lnTo>
                  <a:pt x="1698" y="2220"/>
                </a:lnTo>
                <a:lnTo>
                  <a:pt x="1692" y="2222"/>
                </a:lnTo>
                <a:lnTo>
                  <a:pt x="1685" y="2225"/>
                </a:lnTo>
                <a:lnTo>
                  <a:pt x="1680" y="2225"/>
                </a:lnTo>
                <a:lnTo>
                  <a:pt x="1673" y="2228"/>
                </a:lnTo>
                <a:lnTo>
                  <a:pt x="1667" y="2232"/>
                </a:lnTo>
                <a:lnTo>
                  <a:pt x="1665" y="2237"/>
                </a:lnTo>
                <a:lnTo>
                  <a:pt x="1660" y="2243"/>
                </a:lnTo>
                <a:lnTo>
                  <a:pt x="1658" y="2250"/>
                </a:lnTo>
                <a:lnTo>
                  <a:pt x="1652" y="2255"/>
                </a:lnTo>
                <a:lnTo>
                  <a:pt x="1648" y="2262"/>
                </a:lnTo>
                <a:lnTo>
                  <a:pt x="1645" y="2268"/>
                </a:lnTo>
                <a:lnTo>
                  <a:pt x="1645" y="2275"/>
                </a:lnTo>
                <a:lnTo>
                  <a:pt x="1645" y="2282"/>
                </a:lnTo>
                <a:lnTo>
                  <a:pt x="1643" y="2287"/>
                </a:lnTo>
                <a:lnTo>
                  <a:pt x="1638" y="2295"/>
                </a:lnTo>
                <a:lnTo>
                  <a:pt x="1638" y="2302"/>
                </a:lnTo>
                <a:lnTo>
                  <a:pt x="1635" y="2308"/>
                </a:lnTo>
                <a:lnTo>
                  <a:pt x="1633" y="2315"/>
                </a:lnTo>
                <a:lnTo>
                  <a:pt x="1627" y="2318"/>
                </a:lnTo>
                <a:lnTo>
                  <a:pt x="1623" y="2325"/>
                </a:lnTo>
                <a:lnTo>
                  <a:pt x="1612" y="2350"/>
                </a:lnTo>
                <a:lnTo>
                  <a:pt x="1610" y="2342"/>
                </a:lnTo>
                <a:lnTo>
                  <a:pt x="1603" y="2345"/>
                </a:lnTo>
                <a:lnTo>
                  <a:pt x="1600" y="2352"/>
                </a:lnTo>
                <a:lnTo>
                  <a:pt x="1593" y="2357"/>
                </a:lnTo>
                <a:lnTo>
                  <a:pt x="1590" y="2363"/>
                </a:lnTo>
                <a:lnTo>
                  <a:pt x="1588" y="2370"/>
                </a:lnTo>
                <a:lnTo>
                  <a:pt x="1588" y="2377"/>
                </a:lnTo>
                <a:lnTo>
                  <a:pt x="1583" y="2383"/>
                </a:lnTo>
                <a:lnTo>
                  <a:pt x="1583" y="2390"/>
                </a:lnTo>
                <a:lnTo>
                  <a:pt x="1575" y="2392"/>
                </a:lnTo>
                <a:lnTo>
                  <a:pt x="1570" y="2392"/>
                </a:lnTo>
                <a:lnTo>
                  <a:pt x="1562" y="2392"/>
                </a:lnTo>
                <a:lnTo>
                  <a:pt x="1555" y="2395"/>
                </a:lnTo>
                <a:lnTo>
                  <a:pt x="1553" y="2400"/>
                </a:lnTo>
                <a:lnTo>
                  <a:pt x="1553" y="2407"/>
                </a:lnTo>
                <a:lnTo>
                  <a:pt x="1557" y="2415"/>
                </a:lnTo>
                <a:lnTo>
                  <a:pt x="1558" y="2422"/>
                </a:lnTo>
                <a:lnTo>
                  <a:pt x="1563" y="2427"/>
                </a:lnTo>
                <a:lnTo>
                  <a:pt x="1563" y="2433"/>
                </a:lnTo>
                <a:lnTo>
                  <a:pt x="1563" y="2442"/>
                </a:lnTo>
                <a:lnTo>
                  <a:pt x="1563" y="2447"/>
                </a:lnTo>
                <a:lnTo>
                  <a:pt x="1563" y="2453"/>
                </a:lnTo>
                <a:lnTo>
                  <a:pt x="1567" y="2460"/>
                </a:lnTo>
                <a:lnTo>
                  <a:pt x="1568" y="2468"/>
                </a:lnTo>
                <a:lnTo>
                  <a:pt x="1568" y="2473"/>
                </a:lnTo>
                <a:lnTo>
                  <a:pt x="1568" y="2480"/>
                </a:lnTo>
                <a:lnTo>
                  <a:pt x="1568" y="2487"/>
                </a:lnTo>
                <a:lnTo>
                  <a:pt x="1568" y="2493"/>
                </a:lnTo>
                <a:lnTo>
                  <a:pt x="1567" y="2500"/>
                </a:lnTo>
                <a:lnTo>
                  <a:pt x="1567" y="2507"/>
                </a:lnTo>
                <a:lnTo>
                  <a:pt x="1567" y="2515"/>
                </a:lnTo>
                <a:lnTo>
                  <a:pt x="1563" y="2520"/>
                </a:lnTo>
                <a:lnTo>
                  <a:pt x="1562" y="2527"/>
                </a:lnTo>
                <a:lnTo>
                  <a:pt x="1562" y="2533"/>
                </a:lnTo>
                <a:lnTo>
                  <a:pt x="1562" y="2540"/>
                </a:lnTo>
                <a:lnTo>
                  <a:pt x="1557" y="2547"/>
                </a:lnTo>
                <a:lnTo>
                  <a:pt x="1557" y="2553"/>
                </a:lnTo>
                <a:lnTo>
                  <a:pt x="1557" y="2560"/>
                </a:lnTo>
                <a:lnTo>
                  <a:pt x="1557" y="2567"/>
                </a:lnTo>
                <a:lnTo>
                  <a:pt x="1553" y="2573"/>
                </a:lnTo>
                <a:lnTo>
                  <a:pt x="1553" y="2580"/>
                </a:lnTo>
                <a:lnTo>
                  <a:pt x="1552" y="2587"/>
                </a:lnTo>
                <a:lnTo>
                  <a:pt x="1548" y="2593"/>
                </a:lnTo>
                <a:lnTo>
                  <a:pt x="1545" y="2600"/>
                </a:lnTo>
                <a:lnTo>
                  <a:pt x="1542" y="2605"/>
                </a:lnTo>
                <a:lnTo>
                  <a:pt x="1540" y="2613"/>
                </a:lnTo>
                <a:lnTo>
                  <a:pt x="1540" y="2620"/>
                </a:lnTo>
                <a:lnTo>
                  <a:pt x="1537" y="2627"/>
                </a:lnTo>
                <a:lnTo>
                  <a:pt x="1537" y="2632"/>
                </a:lnTo>
                <a:lnTo>
                  <a:pt x="1535" y="2640"/>
                </a:lnTo>
                <a:lnTo>
                  <a:pt x="1532" y="2647"/>
                </a:lnTo>
                <a:lnTo>
                  <a:pt x="1530" y="2652"/>
                </a:lnTo>
                <a:lnTo>
                  <a:pt x="1525" y="2660"/>
                </a:lnTo>
                <a:lnTo>
                  <a:pt x="1522" y="2667"/>
                </a:lnTo>
                <a:lnTo>
                  <a:pt x="1520" y="2673"/>
                </a:lnTo>
                <a:lnTo>
                  <a:pt x="1515" y="2678"/>
                </a:lnTo>
                <a:lnTo>
                  <a:pt x="1510" y="2687"/>
                </a:lnTo>
                <a:lnTo>
                  <a:pt x="1508" y="2693"/>
                </a:lnTo>
                <a:lnTo>
                  <a:pt x="1508" y="2698"/>
                </a:lnTo>
                <a:lnTo>
                  <a:pt x="1508" y="2705"/>
                </a:lnTo>
                <a:lnTo>
                  <a:pt x="1505" y="2713"/>
                </a:lnTo>
                <a:lnTo>
                  <a:pt x="1503" y="2720"/>
                </a:lnTo>
                <a:lnTo>
                  <a:pt x="1502" y="2725"/>
                </a:lnTo>
                <a:lnTo>
                  <a:pt x="1498" y="2732"/>
                </a:lnTo>
              </a:path>
            </a:pathLst>
          </a:custGeom>
          <a:noFill/>
          <a:ln w="28575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77" name="Freeform 7">
            <a:extLst>
              <a:ext uri="{FF2B5EF4-FFF2-40B4-BE49-F238E27FC236}">
                <a16:creationId xmlns:a16="http://schemas.microsoft.com/office/drawing/2014/main" id="{7EA42955-D9D8-1FCE-3714-844A9CDB2049}"/>
              </a:ext>
            </a:extLst>
          </p:cNvPr>
          <p:cNvSpPr>
            <a:spLocks/>
          </p:cNvSpPr>
          <p:nvPr/>
        </p:nvSpPr>
        <p:spPr bwMode="auto">
          <a:xfrm>
            <a:off x="2840039" y="1490664"/>
            <a:ext cx="2365375" cy="3614737"/>
          </a:xfrm>
          <a:custGeom>
            <a:avLst/>
            <a:gdLst>
              <a:gd name="T0" fmla="*/ 1451 w 1490"/>
              <a:gd name="T1" fmla="*/ 2134 h 2277"/>
              <a:gd name="T2" fmla="*/ 1408 w 1490"/>
              <a:gd name="T3" fmla="*/ 2082 h 2277"/>
              <a:gd name="T4" fmla="*/ 1345 w 1490"/>
              <a:gd name="T5" fmla="*/ 2085 h 2277"/>
              <a:gd name="T6" fmla="*/ 1281 w 1490"/>
              <a:gd name="T7" fmla="*/ 2087 h 2277"/>
              <a:gd name="T8" fmla="*/ 1223 w 1490"/>
              <a:gd name="T9" fmla="*/ 2105 h 2277"/>
              <a:gd name="T10" fmla="*/ 1170 w 1490"/>
              <a:gd name="T11" fmla="*/ 2112 h 2277"/>
              <a:gd name="T12" fmla="*/ 1143 w 1490"/>
              <a:gd name="T13" fmla="*/ 2179 h 2277"/>
              <a:gd name="T14" fmla="*/ 1111 w 1490"/>
              <a:gd name="T15" fmla="*/ 2242 h 2277"/>
              <a:gd name="T16" fmla="*/ 1075 w 1490"/>
              <a:gd name="T17" fmla="*/ 2205 h 2277"/>
              <a:gd name="T18" fmla="*/ 1043 w 1490"/>
              <a:gd name="T19" fmla="*/ 2139 h 2277"/>
              <a:gd name="T20" fmla="*/ 983 w 1490"/>
              <a:gd name="T21" fmla="*/ 2120 h 2277"/>
              <a:gd name="T22" fmla="*/ 920 w 1490"/>
              <a:gd name="T23" fmla="*/ 2114 h 2277"/>
              <a:gd name="T24" fmla="*/ 856 w 1490"/>
              <a:gd name="T25" fmla="*/ 2114 h 2277"/>
              <a:gd name="T26" fmla="*/ 795 w 1490"/>
              <a:gd name="T27" fmla="*/ 2102 h 2277"/>
              <a:gd name="T28" fmla="*/ 743 w 1490"/>
              <a:gd name="T29" fmla="*/ 2054 h 2277"/>
              <a:gd name="T30" fmla="*/ 708 w 1490"/>
              <a:gd name="T31" fmla="*/ 2082 h 2277"/>
              <a:gd name="T32" fmla="*/ 651 w 1490"/>
              <a:gd name="T33" fmla="*/ 2120 h 2277"/>
              <a:gd name="T34" fmla="*/ 595 w 1490"/>
              <a:gd name="T35" fmla="*/ 2160 h 2277"/>
              <a:gd name="T36" fmla="*/ 553 w 1490"/>
              <a:gd name="T37" fmla="*/ 2205 h 2277"/>
              <a:gd name="T38" fmla="*/ 515 w 1490"/>
              <a:gd name="T39" fmla="*/ 2267 h 2277"/>
              <a:gd name="T40" fmla="*/ 461 w 1490"/>
              <a:gd name="T41" fmla="*/ 2277 h 2277"/>
              <a:gd name="T42" fmla="*/ 398 w 1490"/>
              <a:gd name="T43" fmla="*/ 2262 h 2277"/>
              <a:gd name="T44" fmla="*/ 363 w 1490"/>
              <a:gd name="T45" fmla="*/ 2207 h 2277"/>
              <a:gd name="T46" fmla="*/ 361 w 1490"/>
              <a:gd name="T47" fmla="*/ 2140 h 2277"/>
              <a:gd name="T48" fmla="*/ 346 w 1490"/>
              <a:gd name="T49" fmla="*/ 2085 h 2277"/>
              <a:gd name="T50" fmla="*/ 326 w 1490"/>
              <a:gd name="T51" fmla="*/ 2020 h 2277"/>
              <a:gd name="T52" fmla="*/ 311 w 1490"/>
              <a:gd name="T53" fmla="*/ 1959 h 2277"/>
              <a:gd name="T54" fmla="*/ 291 w 1490"/>
              <a:gd name="T55" fmla="*/ 1892 h 2277"/>
              <a:gd name="T56" fmla="*/ 243 w 1490"/>
              <a:gd name="T57" fmla="*/ 1849 h 2277"/>
              <a:gd name="T58" fmla="*/ 221 w 1490"/>
              <a:gd name="T59" fmla="*/ 1790 h 2277"/>
              <a:gd name="T60" fmla="*/ 201 w 1490"/>
              <a:gd name="T61" fmla="*/ 1740 h 2277"/>
              <a:gd name="T62" fmla="*/ 211 w 1490"/>
              <a:gd name="T63" fmla="*/ 1675 h 2277"/>
              <a:gd name="T64" fmla="*/ 211 w 1490"/>
              <a:gd name="T65" fmla="*/ 1617 h 2277"/>
              <a:gd name="T66" fmla="*/ 228 w 1490"/>
              <a:gd name="T67" fmla="*/ 1550 h 2277"/>
              <a:gd name="T68" fmla="*/ 205 w 1490"/>
              <a:gd name="T69" fmla="*/ 1492 h 2277"/>
              <a:gd name="T70" fmla="*/ 160 w 1490"/>
              <a:gd name="T71" fmla="*/ 1435 h 2277"/>
              <a:gd name="T72" fmla="*/ 130 w 1490"/>
              <a:gd name="T73" fmla="*/ 1372 h 2277"/>
              <a:gd name="T74" fmla="*/ 126 w 1490"/>
              <a:gd name="T75" fmla="*/ 1307 h 2277"/>
              <a:gd name="T76" fmla="*/ 115 w 1490"/>
              <a:gd name="T77" fmla="*/ 1255 h 2277"/>
              <a:gd name="T78" fmla="*/ 70 w 1490"/>
              <a:gd name="T79" fmla="*/ 1200 h 2277"/>
              <a:gd name="T80" fmla="*/ 45 w 1490"/>
              <a:gd name="T81" fmla="*/ 1139 h 2277"/>
              <a:gd name="T82" fmla="*/ 0 w 1490"/>
              <a:gd name="T83" fmla="*/ 1089 h 2277"/>
              <a:gd name="T84" fmla="*/ 16 w 1490"/>
              <a:gd name="T85" fmla="*/ 1037 h 2277"/>
              <a:gd name="T86" fmla="*/ 56 w 1490"/>
              <a:gd name="T87" fmla="*/ 982 h 2277"/>
              <a:gd name="T88" fmla="*/ 100 w 1490"/>
              <a:gd name="T89" fmla="*/ 930 h 2277"/>
              <a:gd name="T90" fmla="*/ 136 w 1490"/>
              <a:gd name="T91" fmla="*/ 882 h 2277"/>
              <a:gd name="T92" fmla="*/ 185 w 1490"/>
              <a:gd name="T93" fmla="*/ 832 h 2277"/>
              <a:gd name="T94" fmla="*/ 175 w 1490"/>
              <a:gd name="T95" fmla="*/ 792 h 2277"/>
              <a:gd name="T96" fmla="*/ 143 w 1490"/>
              <a:gd name="T97" fmla="*/ 735 h 2277"/>
              <a:gd name="T98" fmla="*/ 95 w 1490"/>
              <a:gd name="T99" fmla="*/ 685 h 2277"/>
              <a:gd name="T100" fmla="*/ 41 w 1490"/>
              <a:gd name="T101" fmla="*/ 650 h 2277"/>
              <a:gd name="T102" fmla="*/ 80 w 1490"/>
              <a:gd name="T103" fmla="*/ 595 h 2277"/>
              <a:gd name="T104" fmla="*/ 53 w 1490"/>
              <a:gd name="T105" fmla="*/ 529 h 2277"/>
              <a:gd name="T106" fmla="*/ 70 w 1490"/>
              <a:gd name="T107" fmla="*/ 467 h 2277"/>
              <a:gd name="T108" fmla="*/ 100 w 1490"/>
              <a:gd name="T109" fmla="*/ 415 h 2277"/>
              <a:gd name="T110" fmla="*/ 130 w 1490"/>
              <a:gd name="T111" fmla="*/ 354 h 2277"/>
              <a:gd name="T112" fmla="*/ 115 w 1490"/>
              <a:gd name="T113" fmla="*/ 285 h 2277"/>
              <a:gd name="T114" fmla="*/ 111 w 1490"/>
              <a:gd name="T115" fmla="*/ 219 h 2277"/>
              <a:gd name="T116" fmla="*/ 126 w 1490"/>
              <a:gd name="T117" fmla="*/ 157 h 2277"/>
              <a:gd name="T118" fmla="*/ 130 w 1490"/>
              <a:gd name="T119" fmla="*/ 90 h 2277"/>
              <a:gd name="T120" fmla="*/ 156 w 1490"/>
              <a:gd name="T121" fmla="*/ 30 h 2277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1490"/>
              <a:gd name="T184" fmla="*/ 0 h 2277"/>
              <a:gd name="T185" fmla="*/ 1490 w 1490"/>
              <a:gd name="T186" fmla="*/ 2277 h 2277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1490" h="2277">
                <a:moveTo>
                  <a:pt x="1490" y="2097"/>
                </a:moveTo>
                <a:lnTo>
                  <a:pt x="1476" y="2087"/>
                </a:lnTo>
                <a:lnTo>
                  <a:pt x="1476" y="2094"/>
                </a:lnTo>
                <a:lnTo>
                  <a:pt x="1473" y="2100"/>
                </a:lnTo>
                <a:lnTo>
                  <a:pt x="1471" y="2109"/>
                </a:lnTo>
                <a:lnTo>
                  <a:pt x="1470" y="2114"/>
                </a:lnTo>
                <a:lnTo>
                  <a:pt x="1466" y="2120"/>
                </a:lnTo>
                <a:lnTo>
                  <a:pt x="1465" y="2127"/>
                </a:lnTo>
                <a:lnTo>
                  <a:pt x="1458" y="2134"/>
                </a:lnTo>
                <a:lnTo>
                  <a:pt x="1451" y="2134"/>
                </a:lnTo>
                <a:lnTo>
                  <a:pt x="1450" y="2127"/>
                </a:lnTo>
                <a:lnTo>
                  <a:pt x="1448" y="2120"/>
                </a:lnTo>
                <a:lnTo>
                  <a:pt x="1441" y="2117"/>
                </a:lnTo>
                <a:lnTo>
                  <a:pt x="1435" y="2112"/>
                </a:lnTo>
                <a:lnTo>
                  <a:pt x="1428" y="2109"/>
                </a:lnTo>
                <a:lnTo>
                  <a:pt x="1426" y="2100"/>
                </a:lnTo>
                <a:lnTo>
                  <a:pt x="1425" y="2094"/>
                </a:lnTo>
                <a:lnTo>
                  <a:pt x="1420" y="2087"/>
                </a:lnTo>
                <a:lnTo>
                  <a:pt x="1413" y="2085"/>
                </a:lnTo>
                <a:lnTo>
                  <a:pt x="1408" y="2082"/>
                </a:lnTo>
                <a:lnTo>
                  <a:pt x="1401" y="2082"/>
                </a:lnTo>
                <a:lnTo>
                  <a:pt x="1395" y="2082"/>
                </a:lnTo>
                <a:lnTo>
                  <a:pt x="1390" y="2082"/>
                </a:lnTo>
                <a:lnTo>
                  <a:pt x="1383" y="2082"/>
                </a:lnTo>
                <a:lnTo>
                  <a:pt x="1376" y="2082"/>
                </a:lnTo>
                <a:lnTo>
                  <a:pt x="1370" y="2082"/>
                </a:lnTo>
                <a:lnTo>
                  <a:pt x="1363" y="2082"/>
                </a:lnTo>
                <a:lnTo>
                  <a:pt x="1358" y="2085"/>
                </a:lnTo>
                <a:lnTo>
                  <a:pt x="1350" y="2085"/>
                </a:lnTo>
                <a:lnTo>
                  <a:pt x="1345" y="2085"/>
                </a:lnTo>
                <a:lnTo>
                  <a:pt x="1338" y="2085"/>
                </a:lnTo>
                <a:lnTo>
                  <a:pt x="1331" y="2085"/>
                </a:lnTo>
                <a:lnTo>
                  <a:pt x="1326" y="2087"/>
                </a:lnTo>
                <a:lnTo>
                  <a:pt x="1318" y="2087"/>
                </a:lnTo>
                <a:lnTo>
                  <a:pt x="1313" y="2087"/>
                </a:lnTo>
                <a:lnTo>
                  <a:pt x="1306" y="2087"/>
                </a:lnTo>
                <a:lnTo>
                  <a:pt x="1300" y="2087"/>
                </a:lnTo>
                <a:lnTo>
                  <a:pt x="1295" y="2087"/>
                </a:lnTo>
                <a:lnTo>
                  <a:pt x="1288" y="2087"/>
                </a:lnTo>
                <a:lnTo>
                  <a:pt x="1281" y="2087"/>
                </a:lnTo>
                <a:lnTo>
                  <a:pt x="1276" y="2087"/>
                </a:lnTo>
                <a:lnTo>
                  <a:pt x="1268" y="2087"/>
                </a:lnTo>
                <a:lnTo>
                  <a:pt x="1263" y="2087"/>
                </a:lnTo>
                <a:lnTo>
                  <a:pt x="1256" y="2092"/>
                </a:lnTo>
                <a:lnTo>
                  <a:pt x="1250" y="2094"/>
                </a:lnTo>
                <a:lnTo>
                  <a:pt x="1243" y="2100"/>
                </a:lnTo>
                <a:lnTo>
                  <a:pt x="1241" y="2109"/>
                </a:lnTo>
                <a:lnTo>
                  <a:pt x="1235" y="2109"/>
                </a:lnTo>
                <a:lnTo>
                  <a:pt x="1230" y="2109"/>
                </a:lnTo>
                <a:lnTo>
                  <a:pt x="1223" y="2105"/>
                </a:lnTo>
                <a:lnTo>
                  <a:pt x="1216" y="2100"/>
                </a:lnTo>
                <a:lnTo>
                  <a:pt x="1210" y="2097"/>
                </a:lnTo>
                <a:lnTo>
                  <a:pt x="1203" y="2094"/>
                </a:lnTo>
                <a:lnTo>
                  <a:pt x="1198" y="2092"/>
                </a:lnTo>
                <a:lnTo>
                  <a:pt x="1191" y="2092"/>
                </a:lnTo>
                <a:lnTo>
                  <a:pt x="1185" y="2092"/>
                </a:lnTo>
                <a:lnTo>
                  <a:pt x="1183" y="2099"/>
                </a:lnTo>
                <a:lnTo>
                  <a:pt x="1176" y="2100"/>
                </a:lnTo>
                <a:lnTo>
                  <a:pt x="1170" y="2105"/>
                </a:lnTo>
                <a:lnTo>
                  <a:pt x="1170" y="2112"/>
                </a:lnTo>
                <a:lnTo>
                  <a:pt x="1166" y="2117"/>
                </a:lnTo>
                <a:lnTo>
                  <a:pt x="1163" y="2125"/>
                </a:lnTo>
                <a:lnTo>
                  <a:pt x="1161" y="2132"/>
                </a:lnTo>
                <a:lnTo>
                  <a:pt x="1156" y="2139"/>
                </a:lnTo>
                <a:lnTo>
                  <a:pt x="1155" y="2145"/>
                </a:lnTo>
                <a:lnTo>
                  <a:pt x="1153" y="2152"/>
                </a:lnTo>
                <a:lnTo>
                  <a:pt x="1153" y="2159"/>
                </a:lnTo>
                <a:lnTo>
                  <a:pt x="1150" y="2164"/>
                </a:lnTo>
                <a:lnTo>
                  <a:pt x="1148" y="2172"/>
                </a:lnTo>
                <a:lnTo>
                  <a:pt x="1143" y="2179"/>
                </a:lnTo>
                <a:lnTo>
                  <a:pt x="1138" y="2185"/>
                </a:lnTo>
                <a:lnTo>
                  <a:pt x="1136" y="2190"/>
                </a:lnTo>
                <a:lnTo>
                  <a:pt x="1133" y="2199"/>
                </a:lnTo>
                <a:lnTo>
                  <a:pt x="1126" y="2202"/>
                </a:lnTo>
                <a:lnTo>
                  <a:pt x="1123" y="2209"/>
                </a:lnTo>
                <a:lnTo>
                  <a:pt x="1120" y="2217"/>
                </a:lnTo>
                <a:lnTo>
                  <a:pt x="1120" y="2222"/>
                </a:lnTo>
                <a:lnTo>
                  <a:pt x="1116" y="2229"/>
                </a:lnTo>
                <a:lnTo>
                  <a:pt x="1113" y="2235"/>
                </a:lnTo>
                <a:lnTo>
                  <a:pt x="1111" y="2242"/>
                </a:lnTo>
                <a:lnTo>
                  <a:pt x="1106" y="2245"/>
                </a:lnTo>
                <a:lnTo>
                  <a:pt x="1098" y="2245"/>
                </a:lnTo>
                <a:lnTo>
                  <a:pt x="1091" y="2245"/>
                </a:lnTo>
                <a:lnTo>
                  <a:pt x="1086" y="2245"/>
                </a:lnTo>
                <a:lnTo>
                  <a:pt x="1081" y="2237"/>
                </a:lnTo>
                <a:lnTo>
                  <a:pt x="1080" y="2232"/>
                </a:lnTo>
                <a:lnTo>
                  <a:pt x="1076" y="2225"/>
                </a:lnTo>
                <a:lnTo>
                  <a:pt x="1075" y="2217"/>
                </a:lnTo>
                <a:lnTo>
                  <a:pt x="1075" y="2210"/>
                </a:lnTo>
                <a:lnTo>
                  <a:pt x="1075" y="2205"/>
                </a:lnTo>
                <a:lnTo>
                  <a:pt x="1073" y="2199"/>
                </a:lnTo>
                <a:lnTo>
                  <a:pt x="1073" y="2190"/>
                </a:lnTo>
                <a:lnTo>
                  <a:pt x="1070" y="2185"/>
                </a:lnTo>
                <a:lnTo>
                  <a:pt x="1065" y="2179"/>
                </a:lnTo>
                <a:lnTo>
                  <a:pt x="1061" y="2172"/>
                </a:lnTo>
                <a:lnTo>
                  <a:pt x="1058" y="2164"/>
                </a:lnTo>
                <a:lnTo>
                  <a:pt x="1055" y="2159"/>
                </a:lnTo>
                <a:lnTo>
                  <a:pt x="1053" y="2152"/>
                </a:lnTo>
                <a:lnTo>
                  <a:pt x="1048" y="2145"/>
                </a:lnTo>
                <a:lnTo>
                  <a:pt x="1043" y="2139"/>
                </a:lnTo>
                <a:lnTo>
                  <a:pt x="1041" y="2132"/>
                </a:lnTo>
                <a:lnTo>
                  <a:pt x="1033" y="2127"/>
                </a:lnTo>
                <a:lnTo>
                  <a:pt x="1026" y="2127"/>
                </a:lnTo>
                <a:lnTo>
                  <a:pt x="1021" y="2127"/>
                </a:lnTo>
                <a:lnTo>
                  <a:pt x="1015" y="2125"/>
                </a:lnTo>
                <a:lnTo>
                  <a:pt x="1010" y="2124"/>
                </a:lnTo>
                <a:lnTo>
                  <a:pt x="1003" y="2124"/>
                </a:lnTo>
                <a:lnTo>
                  <a:pt x="995" y="2120"/>
                </a:lnTo>
                <a:lnTo>
                  <a:pt x="990" y="2120"/>
                </a:lnTo>
                <a:lnTo>
                  <a:pt x="983" y="2120"/>
                </a:lnTo>
                <a:lnTo>
                  <a:pt x="978" y="2117"/>
                </a:lnTo>
                <a:lnTo>
                  <a:pt x="970" y="2117"/>
                </a:lnTo>
                <a:lnTo>
                  <a:pt x="963" y="2117"/>
                </a:lnTo>
                <a:lnTo>
                  <a:pt x="958" y="2117"/>
                </a:lnTo>
                <a:lnTo>
                  <a:pt x="951" y="2114"/>
                </a:lnTo>
                <a:lnTo>
                  <a:pt x="945" y="2114"/>
                </a:lnTo>
                <a:lnTo>
                  <a:pt x="940" y="2114"/>
                </a:lnTo>
                <a:lnTo>
                  <a:pt x="933" y="2114"/>
                </a:lnTo>
                <a:lnTo>
                  <a:pt x="926" y="2114"/>
                </a:lnTo>
                <a:lnTo>
                  <a:pt x="920" y="2114"/>
                </a:lnTo>
                <a:lnTo>
                  <a:pt x="913" y="2114"/>
                </a:lnTo>
                <a:lnTo>
                  <a:pt x="908" y="2114"/>
                </a:lnTo>
                <a:lnTo>
                  <a:pt x="901" y="2114"/>
                </a:lnTo>
                <a:lnTo>
                  <a:pt x="896" y="2114"/>
                </a:lnTo>
                <a:lnTo>
                  <a:pt x="888" y="2114"/>
                </a:lnTo>
                <a:lnTo>
                  <a:pt x="881" y="2114"/>
                </a:lnTo>
                <a:lnTo>
                  <a:pt x="876" y="2114"/>
                </a:lnTo>
                <a:lnTo>
                  <a:pt x="870" y="2114"/>
                </a:lnTo>
                <a:lnTo>
                  <a:pt x="863" y="2114"/>
                </a:lnTo>
                <a:lnTo>
                  <a:pt x="856" y="2114"/>
                </a:lnTo>
                <a:lnTo>
                  <a:pt x="850" y="2114"/>
                </a:lnTo>
                <a:lnTo>
                  <a:pt x="845" y="2114"/>
                </a:lnTo>
                <a:lnTo>
                  <a:pt x="838" y="2112"/>
                </a:lnTo>
                <a:lnTo>
                  <a:pt x="833" y="2112"/>
                </a:lnTo>
                <a:lnTo>
                  <a:pt x="826" y="2109"/>
                </a:lnTo>
                <a:lnTo>
                  <a:pt x="818" y="2109"/>
                </a:lnTo>
                <a:lnTo>
                  <a:pt x="813" y="2109"/>
                </a:lnTo>
                <a:lnTo>
                  <a:pt x="806" y="2105"/>
                </a:lnTo>
                <a:lnTo>
                  <a:pt x="801" y="2102"/>
                </a:lnTo>
                <a:lnTo>
                  <a:pt x="795" y="2102"/>
                </a:lnTo>
                <a:lnTo>
                  <a:pt x="788" y="2100"/>
                </a:lnTo>
                <a:lnTo>
                  <a:pt x="781" y="2097"/>
                </a:lnTo>
                <a:lnTo>
                  <a:pt x="776" y="2090"/>
                </a:lnTo>
                <a:lnTo>
                  <a:pt x="770" y="2085"/>
                </a:lnTo>
                <a:lnTo>
                  <a:pt x="768" y="2079"/>
                </a:lnTo>
                <a:lnTo>
                  <a:pt x="761" y="2077"/>
                </a:lnTo>
                <a:lnTo>
                  <a:pt x="753" y="2072"/>
                </a:lnTo>
                <a:lnTo>
                  <a:pt x="748" y="2067"/>
                </a:lnTo>
                <a:lnTo>
                  <a:pt x="746" y="2062"/>
                </a:lnTo>
                <a:lnTo>
                  <a:pt x="743" y="2054"/>
                </a:lnTo>
                <a:lnTo>
                  <a:pt x="741" y="2047"/>
                </a:lnTo>
                <a:lnTo>
                  <a:pt x="736" y="2045"/>
                </a:lnTo>
                <a:lnTo>
                  <a:pt x="728" y="2045"/>
                </a:lnTo>
                <a:lnTo>
                  <a:pt x="721" y="2045"/>
                </a:lnTo>
                <a:lnTo>
                  <a:pt x="716" y="2047"/>
                </a:lnTo>
                <a:lnTo>
                  <a:pt x="716" y="2054"/>
                </a:lnTo>
                <a:lnTo>
                  <a:pt x="711" y="2062"/>
                </a:lnTo>
                <a:lnTo>
                  <a:pt x="710" y="2067"/>
                </a:lnTo>
                <a:lnTo>
                  <a:pt x="708" y="2074"/>
                </a:lnTo>
                <a:lnTo>
                  <a:pt x="708" y="2082"/>
                </a:lnTo>
                <a:lnTo>
                  <a:pt x="705" y="2087"/>
                </a:lnTo>
                <a:lnTo>
                  <a:pt x="698" y="2092"/>
                </a:lnTo>
                <a:lnTo>
                  <a:pt x="693" y="2099"/>
                </a:lnTo>
                <a:lnTo>
                  <a:pt x="688" y="2099"/>
                </a:lnTo>
                <a:lnTo>
                  <a:pt x="681" y="2100"/>
                </a:lnTo>
                <a:lnTo>
                  <a:pt x="673" y="2102"/>
                </a:lnTo>
                <a:lnTo>
                  <a:pt x="670" y="2109"/>
                </a:lnTo>
                <a:lnTo>
                  <a:pt x="663" y="2114"/>
                </a:lnTo>
                <a:lnTo>
                  <a:pt x="656" y="2117"/>
                </a:lnTo>
                <a:lnTo>
                  <a:pt x="651" y="2120"/>
                </a:lnTo>
                <a:lnTo>
                  <a:pt x="645" y="2125"/>
                </a:lnTo>
                <a:lnTo>
                  <a:pt x="640" y="2129"/>
                </a:lnTo>
                <a:lnTo>
                  <a:pt x="633" y="2132"/>
                </a:lnTo>
                <a:lnTo>
                  <a:pt x="626" y="2134"/>
                </a:lnTo>
                <a:lnTo>
                  <a:pt x="625" y="2140"/>
                </a:lnTo>
                <a:lnTo>
                  <a:pt x="618" y="2145"/>
                </a:lnTo>
                <a:lnTo>
                  <a:pt x="611" y="2147"/>
                </a:lnTo>
                <a:lnTo>
                  <a:pt x="606" y="2149"/>
                </a:lnTo>
                <a:lnTo>
                  <a:pt x="598" y="2154"/>
                </a:lnTo>
                <a:lnTo>
                  <a:pt x="595" y="2160"/>
                </a:lnTo>
                <a:lnTo>
                  <a:pt x="591" y="2167"/>
                </a:lnTo>
                <a:lnTo>
                  <a:pt x="588" y="2174"/>
                </a:lnTo>
                <a:lnTo>
                  <a:pt x="586" y="2180"/>
                </a:lnTo>
                <a:lnTo>
                  <a:pt x="583" y="2187"/>
                </a:lnTo>
                <a:lnTo>
                  <a:pt x="576" y="2190"/>
                </a:lnTo>
                <a:lnTo>
                  <a:pt x="571" y="2190"/>
                </a:lnTo>
                <a:lnTo>
                  <a:pt x="565" y="2190"/>
                </a:lnTo>
                <a:lnTo>
                  <a:pt x="560" y="2190"/>
                </a:lnTo>
                <a:lnTo>
                  <a:pt x="556" y="2199"/>
                </a:lnTo>
                <a:lnTo>
                  <a:pt x="553" y="2205"/>
                </a:lnTo>
                <a:lnTo>
                  <a:pt x="553" y="2210"/>
                </a:lnTo>
                <a:lnTo>
                  <a:pt x="548" y="2217"/>
                </a:lnTo>
                <a:lnTo>
                  <a:pt x="546" y="2225"/>
                </a:lnTo>
                <a:lnTo>
                  <a:pt x="540" y="2229"/>
                </a:lnTo>
                <a:lnTo>
                  <a:pt x="538" y="2235"/>
                </a:lnTo>
                <a:lnTo>
                  <a:pt x="531" y="2240"/>
                </a:lnTo>
                <a:lnTo>
                  <a:pt x="528" y="2245"/>
                </a:lnTo>
                <a:lnTo>
                  <a:pt x="523" y="2254"/>
                </a:lnTo>
                <a:lnTo>
                  <a:pt x="520" y="2260"/>
                </a:lnTo>
                <a:lnTo>
                  <a:pt x="515" y="2267"/>
                </a:lnTo>
                <a:lnTo>
                  <a:pt x="516" y="2272"/>
                </a:lnTo>
                <a:lnTo>
                  <a:pt x="511" y="2269"/>
                </a:lnTo>
                <a:lnTo>
                  <a:pt x="505" y="2269"/>
                </a:lnTo>
                <a:lnTo>
                  <a:pt x="498" y="2269"/>
                </a:lnTo>
                <a:lnTo>
                  <a:pt x="491" y="2272"/>
                </a:lnTo>
                <a:lnTo>
                  <a:pt x="485" y="2272"/>
                </a:lnTo>
                <a:lnTo>
                  <a:pt x="480" y="2272"/>
                </a:lnTo>
                <a:lnTo>
                  <a:pt x="473" y="2275"/>
                </a:lnTo>
                <a:lnTo>
                  <a:pt x="466" y="2275"/>
                </a:lnTo>
                <a:lnTo>
                  <a:pt x="461" y="2277"/>
                </a:lnTo>
                <a:lnTo>
                  <a:pt x="453" y="2277"/>
                </a:lnTo>
                <a:lnTo>
                  <a:pt x="448" y="2277"/>
                </a:lnTo>
                <a:lnTo>
                  <a:pt x="441" y="2275"/>
                </a:lnTo>
                <a:lnTo>
                  <a:pt x="435" y="2272"/>
                </a:lnTo>
                <a:lnTo>
                  <a:pt x="428" y="2272"/>
                </a:lnTo>
                <a:lnTo>
                  <a:pt x="421" y="2272"/>
                </a:lnTo>
                <a:lnTo>
                  <a:pt x="416" y="2267"/>
                </a:lnTo>
                <a:lnTo>
                  <a:pt x="410" y="2264"/>
                </a:lnTo>
                <a:lnTo>
                  <a:pt x="403" y="2262"/>
                </a:lnTo>
                <a:lnTo>
                  <a:pt x="398" y="2262"/>
                </a:lnTo>
                <a:lnTo>
                  <a:pt x="391" y="2257"/>
                </a:lnTo>
                <a:lnTo>
                  <a:pt x="383" y="2257"/>
                </a:lnTo>
                <a:lnTo>
                  <a:pt x="378" y="2254"/>
                </a:lnTo>
                <a:lnTo>
                  <a:pt x="373" y="2245"/>
                </a:lnTo>
                <a:lnTo>
                  <a:pt x="371" y="2240"/>
                </a:lnTo>
                <a:lnTo>
                  <a:pt x="368" y="2234"/>
                </a:lnTo>
                <a:lnTo>
                  <a:pt x="368" y="2227"/>
                </a:lnTo>
                <a:lnTo>
                  <a:pt x="368" y="2220"/>
                </a:lnTo>
                <a:lnTo>
                  <a:pt x="368" y="2214"/>
                </a:lnTo>
                <a:lnTo>
                  <a:pt x="363" y="2207"/>
                </a:lnTo>
                <a:lnTo>
                  <a:pt x="363" y="2200"/>
                </a:lnTo>
                <a:lnTo>
                  <a:pt x="363" y="2194"/>
                </a:lnTo>
                <a:lnTo>
                  <a:pt x="363" y="2187"/>
                </a:lnTo>
                <a:lnTo>
                  <a:pt x="361" y="2180"/>
                </a:lnTo>
                <a:lnTo>
                  <a:pt x="360" y="2174"/>
                </a:lnTo>
                <a:lnTo>
                  <a:pt x="360" y="2167"/>
                </a:lnTo>
                <a:lnTo>
                  <a:pt x="360" y="2160"/>
                </a:lnTo>
                <a:lnTo>
                  <a:pt x="360" y="2154"/>
                </a:lnTo>
                <a:lnTo>
                  <a:pt x="360" y="2147"/>
                </a:lnTo>
                <a:lnTo>
                  <a:pt x="361" y="2140"/>
                </a:lnTo>
                <a:lnTo>
                  <a:pt x="361" y="2134"/>
                </a:lnTo>
                <a:lnTo>
                  <a:pt x="361" y="2127"/>
                </a:lnTo>
                <a:lnTo>
                  <a:pt x="361" y="2120"/>
                </a:lnTo>
                <a:lnTo>
                  <a:pt x="361" y="2114"/>
                </a:lnTo>
                <a:lnTo>
                  <a:pt x="346" y="2097"/>
                </a:lnTo>
                <a:lnTo>
                  <a:pt x="360" y="2109"/>
                </a:lnTo>
                <a:lnTo>
                  <a:pt x="360" y="2102"/>
                </a:lnTo>
                <a:lnTo>
                  <a:pt x="353" y="2099"/>
                </a:lnTo>
                <a:lnTo>
                  <a:pt x="348" y="2092"/>
                </a:lnTo>
                <a:lnTo>
                  <a:pt x="346" y="2085"/>
                </a:lnTo>
                <a:lnTo>
                  <a:pt x="346" y="2079"/>
                </a:lnTo>
                <a:lnTo>
                  <a:pt x="341" y="2072"/>
                </a:lnTo>
                <a:lnTo>
                  <a:pt x="336" y="2067"/>
                </a:lnTo>
                <a:lnTo>
                  <a:pt x="333" y="2062"/>
                </a:lnTo>
                <a:lnTo>
                  <a:pt x="330" y="2054"/>
                </a:lnTo>
                <a:lnTo>
                  <a:pt x="330" y="2047"/>
                </a:lnTo>
                <a:lnTo>
                  <a:pt x="330" y="2040"/>
                </a:lnTo>
                <a:lnTo>
                  <a:pt x="328" y="2035"/>
                </a:lnTo>
                <a:lnTo>
                  <a:pt x="328" y="2027"/>
                </a:lnTo>
                <a:lnTo>
                  <a:pt x="326" y="2020"/>
                </a:lnTo>
                <a:lnTo>
                  <a:pt x="326" y="2015"/>
                </a:lnTo>
                <a:lnTo>
                  <a:pt x="326" y="2009"/>
                </a:lnTo>
                <a:lnTo>
                  <a:pt x="326" y="2000"/>
                </a:lnTo>
                <a:lnTo>
                  <a:pt x="326" y="1995"/>
                </a:lnTo>
                <a:lnTo>
                  <a:pt x="326" y="1989"/>
                </a:lnTo>
                <a:lnTo>
                  <a:pt x="320" y="1985"/>
                </a:lnTo>
                <a:lnTo>
                  <a:pt x="315" y="1980"/>
                </a:lnTo>
                <a:lnTo>
                  <a:pt x="311" y="1972"/>
                </a:lnTo>
                <a:lnTo>
                  <a:pt x="311" y="1965"/>
                </a:lnTo>
                <a:lnTo>
                  <a:pt x="311" y="1959"/>
                </a:lnTo>
                <a:lnTo>
                  <a:pt x="311" y="1954"/>
                </a:lnTo>
                <a:lnTo>
                  <a:pt x="306" y="1945"/>
                </a:lnTo>
                <a:lnTo>
                  <a:pt x="303" y="1939"/>
                </a:lnTo>
                <a:lnTo>
                  <a:pt x="301" y="1934"/>
                </a:lnTo>
                <a:lnTo>
                  <a:pt x="298" y="1927"/>
                </a:lnTo>
                <a:lnTo>
                  <a:pt x="298" y="1919"/>
                </a:lnTo>
                <a:lnTo>
                  <a:pt x="296" y="1912"/>
                </a:lnTo>
                <a:lnTo>
                  <a:pt x="296" y="1907"/>
                </a:lnTo>
                <a:lnTo>
                  <a:pt x="293" y="1899"/>
                </a:lnTo>
                <a:lnTo>
                  <a:pt x="291" y="1892"/>
                </a:lnTo>
                <a:lnTo>
                  <a:pt x="288" y="1887"/>
                </a:lnTo>
                <a:lnTo>
                  <a:pt x="286" y="1880"/>
                </a:lnTo>
                <a:lnTo>
                  <a:pt x="285" y="1872"/>
                </a:lnTo>
                <a:lnTo>
                  <a:pt x="280" y="1865"/>
                </a:lnTo>
                <a:lnTo>
                  <a:pt x="273" y="1862"/>
                </a:lnTo>
                <a:lnTo>
                  <a:pt x="266" y="1862"/>
                </a:lnTo>
                <a:lnTo>
                  <a:pt x="260" y="1862"/>
                </a:lnTo>
                <a:lnTo>
                  <a:pt x="255" y="1860"/>
                </a:lnTo>
                <a:lnTo>
                  <a:pt x="250" y="1854"/>
                </a:lnTo>
                <a:lnTo>
                  <a:pt x="243" y="1849"/>
                </a:lnTo>
                <a:lnTo>
                  <a:pt x="240" y="1842"/>
                </a:lnTo>
                <a:lnTo>
                  <a:pt x="238" y="1835"/>
                </a:lnTo>
                <a:lnTo>
                  <a:pt x="238" y="1829"/>
                </a:lnTo>
                <a:lnTo>
                  <a:pt x="238" y="1822"/>
                </a:lnTo>
                <a:lnTo>
                  <a:pt x="238" y="1815"/>
                </a:lnTo>
                <a:lnTo>
                  <a:pt x="238" y="1809"/>
                </a:lnTo>
                <a:lnTo>
                  <a:pt x="235" y="1802"/>
                </a:lnTo>
                <a:lnTo>
                  <a:pt x="233" y="1795"/>
                </a:lnTo>
                <a:lnTo>
                  <a:pt x="226" y="1794"/>
                </a:lnTo>
                <a:lnTo>
                  <a:pt x="221" y="1790"/>
                </a:lnTo>
                <a:lnTo>
                  <a:pt x="213" y="1787"/>
                </a:lnTo>
                <a:lnTo>
                  <a:pt x="208" y="1782"/>
                </a:lnTo>
                <a:lnTo>
                  <a:pt x="206" y="1775"/>
                </a:lnTo>
                <a:lnTo>
                  <a:pt x="200" y="1772"/>
                </a:lnTo>
                <a:lnTo>
                  <a:pt x="193" y="1767"/>
                </a:lnTo>
                <a:lnTo>
                  <a:pt x="186" y="1762"/>
                </a:lnTo>
                <a:lnTo>
                  <a:pt x="186" y="1755"/>
                </a:lnTo>
                <a:lnTo>
                  <a:pt x="193" y="1752"/>
                </a:lnTo>
                <a:lnTo>
                  <a:pt x="200" y="1747"/>
                </a:lnTo>
                <a:lnTo>
                  <a:pt x="201" y="1740"/>
                </a:lnTo>
                <a:lnTo>
                  <a:pt x="205" y="1734"/>
                </a:lnTo>
                <a:lnTo>
                  <a:pt x="206" y="1727"/>
                </a:lnTo>
                <a:lnTo>
                  <a:pt x="206" y="1720"/>
                </a:lnTo>
                <a:lnTo>
                  <a:pt x="206" y="1714"/>
                </a:lnTo>
                <a:lnTo>
                  <a:pt x="206" y="1707"/>
                </a:lnTo>
                <a:lnTo>
                  <a:pt x="205" y="1700"/>
                </a:lnTo>
                <a:lnTo>
                  <a:pt x="205" y="1694"/>
                </a:lnTo>
                <a:lnTo>
                  <a:pt x="205" y="1687"/>
                </a:lnTo>
                <a:lnTo>
                  <a:pt x="206" y="1680"/>
                </a:lnTo>
                <a:lnTo>
                  <a:pt x="211" y="1675"/>
                </a:lnTo>
                <a:lnTo>
                  <a:pt x="211" y="1672"/>
                </a:lnTo>
                <a:lnTo>
                  <a:pt x="216" y="1665"/>
                </a:lnTo>
                <a:lnTo>
                  <a:pt x="223" y="1659"/>
                </a:lnTo>
                <a:lnTo>
                  <a:pt x="225" y="1652"/>
                </a:lnTo>
                <a:lnTo>
                  <a:pt x="228" y="1644"/>
                </a:lnTo>
                <a:lnTo>
                  <a:pt x="228" y="1639"/>
                </a:lnTo>
                <a:lnTo>
                  <a:pt x="223" y="1635"/>
                </a:lnTo>
                <a:lnTo>
                  <a:pt x="220" y="1630"/>
                </a:lnTo>
                <a:lnTo>
                  <a:pt x="213" y="1624"/>
                </a:lnTo>
                <a:lnTo>
                  <a:pt x="211" y="1617"/>
                </a:lnTo>
                <a:lnTo>
                  <a:pt x="211" y="1609"/>
                </a:lnTo>
                <a:lnTo>
                  <a:pt x="211" y="1604"/>
                </a:lnTo>
                <a:lnTo>
                  <a:pt x="211" y="1597"/>
                </a:lnTo>
                <a:lnTo>
                  <a:pt x="210" y="1589"/>
                </a:lnTo>
                <a:lnTo>
                  <a:pt x="210" y="1584"/>
                </a:lnTo>
                <a:lnTo>
                  <a:pt x="210" y="1577"/>
                </a:lnTo>
                <a:lnTo>
                  <a:pt x="213" y="1570"/>
                </a:lnTo>
                <a:lnTo>
                  <a:pt x="220" y="1562"/>
                </a:lnTo>
                <a:lnTo>
                  <a:pt x="225" y="1557"/>
                </a:lnTo>
                <a:lnTo>
                  <a:pt x="228" y="1550"/>
                </a:lnTo>
                <a:lnTo>
                  <a:pt x="231" y="1544"/>
                </a:lnTo>
                <a:lnTo>
                  <a:pt x="231" y="1537"/>
                </a:lnTo>
                <a:lnTo>
                  <a:pt x="231" y="1530"/>
                </a:lnTo>
                <a:lnTo>
                  <a:pt x="231" y="1524"/>
                </a:lnTo>
                <a:lnTo>
                  <a:pt x="228" y="1517"/>
                </a:lnTo>
                <a:lnTo>
                  <a:pt x="223" y="1512"/>
                </a:lnTo>
                <a:lnTo>
                  <a:pt x="221" y="1507"/>
                </a:lnTo>
                <a:lnTo>
                  <a:pt x="216" y="1499"/>
                </a:lnTo>
                <a:lnTo>
                  <a:pt x="210" y="1497"/>
                </a:lnTo>
                <a:lnTo>
                  <a:pt x="205" y="1492"/>
                </a:lnTo>
                <a:lnTo>
                  <a:pt x="198" y="1490"/>
                </a:lnTo>
                <a:lnTo>
                  <a:pt x="193" y="1484"/>
                </a:lnTo>
                <a:lnTo>
                  <a:pt x="191" y="1477"/>
                </a:lnTo>
                <a:lnTo>
                  <a:pt x="190" y="1470"/>
                </a:lnTo>
                <a:lnTo>
                  <a:pt x="185" y="1464"/>
                </a:lnTo>
                <a:lnTo>
                  <a:pt x="178" y="1462"/>
                </a:lnTo>
                <a:lnTo>
                  <a:pt x="173" y="1454"/>
                </a:lnTo>
                <a:lnTo>
                  <a:pt x="168" y="1449"/>
                </a:lnTo>
                <a:lnTo>
                  <a:pt x="163" y="1442"/>
                </a:lnTo>
                <a:lnTo>
                  <a:pt x="160" y="1435"/>
                </a:lnTo>
                <a:lnTo>
                  <a:pt x="158" y="1429"/>
                </a:lnTo>
                <a:lnTo>
                  <a:pt x="156" y="1422"/>
                </a:lnTo>
                <a:lnTo>
                  <a:pt x="156" y="1415"/>
                </a:lnTo>
                <a:lnTo>
                  <a:pt x="151" y="1409"/>
                </a:lnTo>
                <a:lnTo>
                  <a:pt x="145" y="1404"/>
                </a:lnTo>
                <a:lnTo>
                  <a:pt x="141" y="1399"/>
                </a:lnTo>
                <a:lnTo>
                  <a:pt x="135" y="1394"/>
                </a:lnTo>
                <a:lnTo>
                  <a:pt x="135" y="1387"/>
                </a:lnTo>
                <a:lnTo>
                  <a:pt x="131" y="1380"/>
                </a:lnTo>
                <a:lnTo>
                  <a:pt x="130" y="1372"/>
                </a:lnTo>
                <a:lnTo>
                  <a:pt x="130" y="1367"/>
                </a:lnTo>
                <a:lnTo>
                  <a:pt x="130" y="1360"/>
                </a:lnTo>
                <a:lnTo>
                  <a:pt x="130" y="1352"/>
                </a:lnTo>
                <a:lnTo>
                  <a:pt x="130" y="1347"/>
                </a:lnTo>
                <a:lnTo>
                  <a:pt x="130" y="1340"/>
                </a:lnTo>
                <a:lnTo>
                  <a:pt x="130" y="1334"/>
                </a:lnTo>
                <a:lnTo>
                  <a:pt x="130" y="1325"/>
                </a:lnTo>
                <a:lnTo>
                  <a:pt x="130" y="1320"/>
                </a:lnTo>
                <a:lnTo>
                  <a:pt x="126" y="1314"/>
                </a:lnTo>
                <a:lnTo>
                  <a:pt x="126" y="1307"/>
                </a:lnTo>
                <a:lnTo>
                  <a:pt x="125" y="1300"/>
                </a:lnTo>
                <a:lnTo>
                  <a:pt x="121" y="1294"/>
                </a:lnTo>
                <a:lnTo>
                  <a:pt x="121" y="1287"/>
                </a:lnTo>
                <a:lnTo>
                  <a:pt x="120" y="1280"/>
                </a:lnTo>
                <a:lnTo>
                  <a:pt x="118" y="1274"/>
                </a:lnTo>
                <a:lnTo>
                  <a:pt x="118" y="1267"/>
                </a:lnTo>
                <a:lnTo>
                  <a:pt x="118" y="1260"/>
                </a:lnTo>
                <a:lnTo>
                  <a:pt x="118" y="1254"/>
                </a:lnTo>
                <a:lnTo>
                  <a:pt x="111" y="1247"/>
                </a:lnTo>
                <a:lnTo>
                  <a:pt x="115" y="1255"/>
                </a:lnTo>
                <a:lnTo>
                  <a:pt x="111" y="1249"/>
                </a:lnTo>
                <a:lnTo>
                  <a:pt x="105" y="1244"/>
                </a:lnTo>
                <a:lnTo>
                  <a:pt x="103" y="1239"/>
                </a:lnTo>
                <a:lnTo>
                  <a:pt x="103" y="1232"/>
                </a:lnTo>
                <a:lnTo>
                  <a:pt x="98" y="1225"/>
                </a:lnTo>
                <a:lnTo>
                  <a:pt x="95" y="1219"/>
                </a:lnTo>
                <a:lnTo>
                  <a:pt x="91" y="1212"/>
                </a:lnTo>
                <a:lnTo>
                  <a:pt x="83" y="1207"/>
                </a:lnTo>
                <a:lnTo>
                  <a:pt x="78" y="1204"/>
                </a:lnTo>
                <a:lnTo>
                  <a:pt x="70" y="1200"/>
                </a:lnTo>
                <a:lnTo>
                  <a:pt x="63" y="1199"/>
                </a:lnTo>
                <a:lnTo>
                  <a:pt x="61" y="1192"/>
                </a:lnTo>
                <a:lnTo>
                  <a:pt x="56" y="1185"/>
                </a:lnTo>
                <a:lnTo>
                  <a:pt x="56" y="1179"/>
                </a:lnTo>
                <a:lnTo>
                  <a:pt x="55" y="1172"/>
                </a:lnTo>
                <a:lnTo>
                  <a:pt x="55" y="1165"/>
                </a:lnTo>
                <a:lnTo>
                  <a:pt x="53" y="1159"/>
                </a:lnTo>
                <a:lnTo>
                  <a:pt x="50" y="1152"/>
                </a:lnTo>
                <a:lnTo>
                  <a:pt x="48" y="1145"/>
                </a:lnTo>
                <a:lnTo>
                  <a:pt x="45" y="1139"/>
                </a:lnTo>
                <a:lnTo>
                  <a:pt x="38" y="1135"/>
                </a:lnTo>
                <a:lnTo>
                  <a:pt x="31" y="1134"/>
                </a:lnTo>
                <a:lnTo>
                  <a:pt x="26" y="1132"/>
                </a:lnTo>
                <a:lnTo>
                  <a:pt x="20" y="1125"/>
                </a:lnTo>
                <a:lnTo>
                  <a:pt x="18" y="1119"/>
                </a:lnTo>
                <a:lnTo>
                  <a:pt x="15" y="1112"/>
                </a:lnTo>
                <a:lnTo>
                  <a:pt x="8" y="1107"/>
                </a:lnTo>
                <a:lnTo>
                  <a:pt x="1" y="1104"/>
                </a:lnTo>
                <a:lnTo>
                  <a:pt x="0" y="1097"/>
                </a:lnTo>
                <a:lnTo>
                  <a:pt x="0" y="1089"/>
                </a:lnTo>
                <a:lnTo>
                  <a:pt x="0" y="1084"/>
                </a:lnTo>
                <a:lnTo>
                  <a:pt x="0" y="1077"/>
                </a:lnTo>
                <a:lnTo>
                  <a:pt x="0" y="1070"/>
                </a:lnTo>
                <a:lnTo>
                  <a:pt x="0" y="1064"/>
                </a:lnTo>
                <a:lnTo>
                  <a:pt x="0" y="1057"/>
                </a:lnTo>
                <a:lnTo>
                  <a:pt x="0" y="1050"/>
                </a:lnTo>
                <a:lnTo>
                  <a:pt x="0" y="1044"/>
                </a:lnTo>
                <a:lnTo>
                  <a:pt x="5" y="1039"/>
                </a:lnTo>
                <a:lnTo>
                  <a:pt x="11" y="1037"/>
                </a:lnTo>
                <a:lnTo>
                  <a:pt x="16" y="1037"/>
                </a:lnTo>
                <a:lnTo>
                  <a:pt x="23" y="1034"/>
                </a:lnTo>
                <a:lnTo>
                  <a:pt x="26" y="1025"/>
                </a:lnTo>
                <a:lnTo>
                  <a:pt x="28" y="1019"/>
                </a:lnTo>
                <a:lnTo>
                  <a:pt x="33" y="1015"/>
                </a:lnTo>
                <a:lnTo>
                  <a:pt x="40" y="1014"/>
                </a:lnTo>
                <a:lnTo>
                  <a:pt x="46" y="1007"/>
                </a:lnTo>
                <a:lnTo>
                  <a:pt x="48" y="1002"/>
                </a:lnTo>
                <a:lnTo>
                  <a:pt x="50" y="995"/>
                </a:lnTo>
                <a:lnTo>
                  <a:pt x="53" y="989"/>
                </a:lnTo>
                <a:lnTo>
                  <a:pt x="56" y="982"/>
                </a:lnTo>
                <a:lnTo>
                  <a:pt x="60" y="975"/>
                </a:lnTo>
                <a:lnTo>
                  <a:pt x="61" y="969"/>
                </a:lnTo>
                <a:lnTo>
                  <a:pt x="61" y="960"/>
                </a:lnTo>
                <a:lnTo>
                  <a:pt x="66" y="957"/>
                </a:lnTo>
                <a:lnTo>
                  <a:pt x="71" y="952"/>
                </a:lnTo>
                <a:lnTo>
                  <a:pt x="76" y="944"/>
                </a:lnTo>
                <a:lnTo>
                  <a:pt x="81" y="942"/>
                </a:lnTo>
                <a:lnTo>
                  <a:pt x="88" y="937"/>
                </a:lnTo>
                <a:lnTo>
                  <a:pt x="95" y="935"/>
                </a:lnTo>
                <a:lnTo>
                  <a:pt x="100" y="930"/>
                </a:lnTo>
                <a:lnTo>
                  <a:pt x="105" y="925"/>
                </a:lnTo>
                <a:lnTo>
                  <a:pt x="110" y="917"/>
                </a:lnTo>
                <a:lnTo>
                  <a:pt x="115" y="914"/>
                </a:lnTo>
                <a:lnTo>
                  <a:pt x="120" y="907"/>
                </a:lnTo>
                <a:lnTo>
                  <a:pt x="121" y="899"/>
                </a:lnTo>
                <a:lnTo>
                  <a:pt x="126" y="894"/>
                </a:lnTo>
                <a:lnTo>
                  <a:pt x="130" y="887"/>
                </a:lnTo>
                <a:lnTo>
                  <a:pt x="145" y="894"/>
                </a:lnTo>
                <a:lnTo>
                  <a:pt x="130" y="884"/>
                </a:lnTo>
                <a:lnTo>
                  <a:pt x="136" y="882"/>
                </a:lnTo>
                <a:lnTo>
                  <a:pt x="141" y="875"/>
                </a:lnTo>
                <a:lnTo>
                  <a:pt x="146" y="870"/>
                </a:lnTo>
                <a:lnTo>
                  <a:pt x="153" y="867"/>
                </a:lnTo>
                <a:lnTo>
                  <a:pt x="160" y="862"/>
                </a:lnTo>
                <a:lnTo>
                  <a:pt x="166" y="859"/>
                </a:lnTo>
                <a:lnTo>
                  <a:pt x="168" y="852"/>
                </a:lnTo>
                <a:lnTo>
                  <a:pt x="170" y="844"/>
                </a:lnTo>
                <a:lnTo>
                  <a:pt x="173" y="837"/>
                </a:lnTo>
                <a:lnTo>
                  <a:pt x="178" y="834"/>
                </a:lnTo>
                <a:lnTo>
                  <a:pt x="185" y="832"/>
                </a:lnTo>
                <a:lnTo>
                  <a:pt x="191" y="829"/>
                </a:lnTo>
                <a:lnTo>
                  <a:pt x="198" y="822"/>
                </a:lnTo>
                <a:lnTo>
                  <a:pt x="200" y="815"/>
                </a:lnTo>
                <a:lnTo>
                  <a:pt x="200" y="807"/>
                </a:lnTo>
                <a:lnTo>
                  <a:pt x="200" y="800"/>
                </a:lnTo>
                <a:lnTo>
                  <a:pt x="200" y="794"/>
                </a:lnTo>
                <a:lnTo>
                  <a:pt x="193" y="792"/>
                </a:lnTo>
                <a:lnTo>
                  <a:pt x="186" y="792"/>
                </a:lnTo>
                <a:lnTo>
                  <a:pt x="180" y="792"/>
                </a:lnTo>
                <a:lnTo>
                  <a:pt x="175" y="792"/>
                </a:lnTo>
                <a:lnTo>
                  <a:pt x="175" y="785"/>
                </a:lnTo>
                <a:lnTo>
                  <a:pt x="173" y="779"/>
                </a:lnTo>
                <a:lnTo>
                  <a:pt x="170" y="770"/>
                </a:lnTo>
                <a:lnTo>
                  <a:pt x="166" y="765"/>
                </a:lnTo>
                <a:lnTo>
                  <a:pt x="160" y="765"/>
                </a:lnTo>
                <a:lnTo>
                  <a:pt x="153" y="762"/>
                </a:lnTo>
                <a:lnTo>
                  <a:pt x="151" y="755"/>
                </a:lnTo>
                <a:lnTo>
                  <a:pt x="146" y="750"/>
                </a:lnTo>
                <a:lnTo>
                  <a:pt x="145" y="742"/>
                </a:lnTo>
                <a:lnTo>
                  <a:pt x="143" y="735"/>
                </a:lnTo>
                <a:lnTo>
                  <a:pt x="140" y="730"/>
                </a:lnTo>
                <a:lnTo>
                  <a:pt x="135" y="724"/>
                </a:lnTo>
                <a:lnTo>
                  <a:pt x="126" y="720"/>
                </a:lnTo>
                <a:lnTo>
                  <a:pt x="125" y="715"/>
                </a:lnTo>
                <a:lnTo>
                  <a:pt x="118" y="715"/>
                </a:lnTo>
                <a:lnTo>
                  <a:pt x="111" y="709"/>
                </a:lnTo>
                <a:lnTo>
                  <a:pt x="105" y="705"/>
                </a:lnTo>
                <a:lnTo>
                  <a:pt x="100" y="699"/>
                </a:lnTo>
                <a:lnTo>
                  <a:pt x="96" y="692"/>
                </a:lnTo>
                <a:lnTo>
                  <a:pt x="95" y="685"/>
                </a:lnTo>
                <a:lnTo>
                  <a:pt x="88" y="680"/>
                </a:lnTo>
                <a:lnTo>
                  <a:pt x="81" y="679"/>
                </a:lnTo>
                <a:lnTo>
                  <a:pt x="76" y="677"/>
                </a:lnTo>
                <a:lnTo>
                  <a:pt x="70" y="674"/>
                </a:lnTo>
                <a:lnTo>
                  <a:pt x="63" y="674"/>
                </a:lnTo>
                <a:lnTo>
                  <a:pt x="56" y="670"/>
                </a:lnTo>
                <a:lnTo>
                  <a:pt x="50" y="669"/>
                </a:lnTo>
                <a:lnTo>
                  <a:pt x="45" y="662"/>
                </a:lnTo>
                <a:lnTo>
                  <a:pt x="40" y="657"/>
                </a:lnTo>
                <a:lnTo>
                  <a:pt x="41" y="650"/>
                </a:lnTo>
                <a:lnTo>
                  <a:pt x="48" y="647"/>
                </a:lnTo>
                <a:lnTo>
                  <a:pt x="55" y="642"/>
                </a:lnTo>
                <a:lnTo>
                  <a:pt x="60" y="637"/>
                </a:lnTo>
                <a:lnTo>
                  <a:pt x="63" y="630"/>
                </a:lnTo>
                <a:lnTo>
                  <a:pt x="65" y="624"/>
                </a:lnTo>
                <a:lnTo>
                  <a:pt x="66" y="615"/>
                </a:lnTo>
                <a:lnTo>
                  <a:pt x="73" y="612"/>
                </a:lnTo>
                <a:lnTo>
                  <a:pt x="80" y="607"/>
                </a:lnTo>
                <a:lnTo>
                  <a:pt x="80" y="602"/>
                </a:lnTo>
                <a:lnTo>
                  <a:pt x="80" y="595"/>
                </a:lnTo>
                <a:lnTo>
                  <a:pt x="80" y="587"/>
                </a:lnTo>
                <a:lnTo>
                  <a:pt x="78" y="580"/>
                </a:lnTo>
                <a:lnTo>
                  <a:pt x="73" y="575"/>
                </a:lnTo>
                <a:lnTo>
                  <a:pt x="70" y="569"/>
                </a:lnTo>
                <a:lnTo>
                  <a:pt x="65" y="560"/>
                </a:lnTo>
                <a:lnTo>
                  <a:pt x="65" y="555"/>
                </a:lnTo>
                <a:lnTo>
                  <a:pt x="61" y="549"/>
                </a:lnTo>
                <a:lnTo>
                  <a:pt x="56" y="542"/>
                </a:lnTo>
                <a:lnTo>
                  <a:pt x="53" y="534"/>
                </a:lnTo>
                <a:lnTo>
                  <a:pt x="53" y="529"/>
                </a:lnTo>
                <a:lnTo>
                  <a:pt x="50" y="522"/>
                </a:lnTo>
                <a:lnTo>
                  <a:pt x="48" y="515"/>
                </a:lnTo>
                <a:lnTo>
                  <a:pt x="46" y="509"/>
                </a:lnTo>
                <a:lnTo>
                  <a:pt x="46" y="502"/>
                </a:lnTo>
                <a:lnTo>
                  <a:pt x="46" y="495"/>
                </a:lnTo>
                <a:lnTo>
                  <a:pt x="50" y="487"/>
                </a:lnTo>
                <a:lnTo>
                  <a:pt x="55" y="482"/>
                </a:lnTo>
                <a:lnTo>
                  <a:pt x="61" y="479"/>
                </a:lnTo>
                <a:lnTo>
                  <a:pt x="65" y="472"/>
                </a:lnTo>
                <a:lnTo>
                  <a:pt x="70" y="467"/>
                </a:lnTo>
                <a:lnTo>
                  <a:pt x="73" y="460"/>
                </a:lnTo>
                <a:lnTo>
                  <a:pt x="80" y="452"/>
                </a:lnTo>
                <a:lnTo>
                  <a:pt x="86" y="447"/>
                </a:lnTo>
                <a:lnTo>
                  <a:pt x="91" y="440"/>
                </a:lnTo>
                <a:lnTo>
                  <a:pt x="78" y="434"/>
                </a:lnTo>
                <a:lnTo>
                  <a:pt x="88" y="440"/>
                </a:lnTo>
                <a:lnTo>
                  <a:pt x="88" y="434"/>
                </a:lnTo>
                <a:lnTo>
                  <a:pt x="88" y="425"/>
                </a:lnTo>
                <a:lnTo>
                  <a:pt x="95" y="420"/>
                </a:lnTo>
                <a:lnTo>
                  <a:pt x="100" y="415"/>
                </a:lnTo>
                <a:lnTo>
                  <a:pt x="105" y="409"/>
                </a:lnTo>
                <a:lnTo>
                  <a:pt x="108" y="402"/>
                </a:lnTo>
                <a:lnTo>
                  <a:pt x="110" y="397"/>
                </a:lnTo>
                <a:lnTo>
                  <a:pt x="111" y="389"/>
                </a:lnTo>
                <a:lnTo>
                  <a:pt x="113" y="382"/>
                </a:lnTo>
                <a:lnTo>
                  <a:pt x="113" y="375"/>
                </a:lnTo>
                <a:lnTo>
                  <a:pt x="120" y="374"/>
                </a:lnTo>
                <a:lnTo>
                  <a:pt x="121" y="367"/>
                </a:lnTo>
                <a:lnTo>
                  <a:pt x="126" y="360"/>
                </a:lnTo>
                <a:lnTo>
                  <a:pt x="130" y="354"/>
                </a:lnTo>
                <a:lnTo>
                  <a:pt x="131" y="347"/>
                </a:lnTo>
                <a:lnTo>
                  <a:pt x="135" y="340"/>
                </a:lnTo>
                <a:lnTo>
                  <a:pt x="135" y="334"/>
                </a:lnTo>
                <a:lnTo>
                  <a:pt x="135" y="327"/>
                </a:lnTo>
                <a:lnTo>
                  <a:pt x="130" y="320"/>
                </a:lnTo>
                <a:lnTo>
                  <a:pt x="126" y="314"/>
                </a:lnTo>
                <a:lnTo>
                  <a:pt x="125" y="307"/>
                </a:lnTo>
                <a:lnTo>
                  <a:pt x="120" y="297"/>
                </a:lnTo>
                <a:lnTo>
                  <a:pt x="118" y="292"/>
                </a:lnTo>
                <a:lnTo>
                  <a:pt x="115" y="285"/>
                </a:lnTo>
                <a:lnTo>
                  <a:pt x="115" y="279"/>
                </a:lnTo>
                <a:lnTo>
                  <a:pt x="113" y="272"/>
                </a:lnTo>
                <a:lnTo>
                  <a:pt x="111" y="265"/>
                </a:lnTo>
                <a:lnTo>
                  <a:pt x="111" y="259"/>
                </a:lnTo>
                <a:lnTo>
                  <a:pt x="110" y="250"/>
                </a:lnTo>
                <a:lnTo>
                  <a:pt x="110" y="245"/>
                </a:lnTo>
                <a:lnTo>
                  <a:pt x="110" y="239"/>
                </a:lnTo>
                <a:lnTo>
                  <a:pt x="110" y="232"/>
                </a:lnTo>
                <a:lnTo>
                  <a:pt x="110" y="225"/>
                </a:lnTo>
                <a:lnTo>
                  <a:pt x="111" y="219"/>
                </a:lnTo>
                <a:lnTo>
                  <a:pt x="115" y="212"/>
                </a:lnTo>
                <a:lnTo>
                  <a:pt x="118" y="205"/>
                </a:lnTo>
                <a:lnTo>
                  <a:pt x="125" y="199"/>
                </a:lnTo>
                <a:lnTo>
                  <a:pt x="130" y="195"/>
                </a:lnTo>
                <a:lnTo>
                  <a:pt x="135" y="187"/>
                </a:lnTo>
                <a:lnTo>
                  <a:pt x="126" y="184"/>
                </a:lnTo>
                <a:lnTo>
                  <a:pt x="126" y="177"/>
                </a:lnTo>
                <a:lnTo>
                  <a:pt x="126" y="169"/>
                </a:lnTo>
                <a:lnTo>
                  <a:pt x="126" y="164"/>
                </a:lnTo>
                <a:lnTo>
                  <a:pt x="126" y="157"/>
                </a:lnTo>
                <a:lnTo>
                  <a:pt x="130" y="150"/>
                </a:lnTo>
                <a:lnTo>
                  <a:pt x="130" y="144"/>
                </a:lnTo>
                <a:lnTo>
                  <a:pt x="130" y="137"/>
                </a:lnTo>
                <a:lnTo>
                  <a:pt x="130" y="130"/>
                </a:lnTo>
                <a:lnTo>
                  <a:pt x="130" y="124"/>
                </a:lnTo>
                <a:lnTo>
                  <a:pt x="126" y="117"/>
                </a:lnTo>
                <a:lnTo>
                  <a:pt x="126" y="110"/>
                </a:lnTo>
                <a:lnTo>
                  <a:pt x="126" y="104"/>
                </a:lnTo>
                <a:lnTo>
                  <a:pt x="126" y="97"/>
                </a:lnTo>
                <a:lnTo>
                  <a:pt x="130" y="90"/>
                </a:lnTo>
                <a:lnTo>
                  <a:pt x="130" y="84"/>
                </a:lnTo>
                <a:lnTo>
                  <a:pt x="145" y="79"/>
                </a:lnTo>
                <a:lnTo>
                  <a:pt x="131" y="75"/>
                </a:lnTo>
                <a:lnTo>
                  <a:pt x="131" y="69"/>
                </a:lnTo>
                <a:lnTo>
                  <a:pt x="131" y="60"/>
                </a:lnTo>
                <a:lnTo>
                  <a:pt x="140" y="57"/>
                </a:lnTo>
                <a:lnTo>
                  <a:pt x="145" y="50"/>
                </a:lnTo>
                <a:lnTo>
                  <a:pt x="148" y="44"/>
                </a:lnTo>
                <a:lnTo>
                  <a:pt x="153" y="37"/>
                </a:lnTo>
                <a:lnTo>
                  <a:pt x="156" y="30"/>
                </a:lnTo>
                <a:lnTo>
                  <a:pt x="156" y="24"/>
                </a:lnTo>
                <a:lnTo>
                  <a:pt x="158" y="17"/>
                </a:lnTo>
                <a:lnTo>
                  <a:pt x="163" y="14"/>
                </a:lnTo>
                <a:lnTo>
                  <a:pt x="170" y="14"/>
                </a:lnTo>
                <a:lnTo>
                  <a:pt x="176" y="10"/>
                </a:lnTo>
                <a:lnTo>
                  <a:pt x="180" y="5"/>
                </a:lnTo>
                <a:lnTo>
                  <a:pt x="178" y="9"/>
                </a:lnTo>
                <a:lnTo>
                  <a:pt x="180" y="0"/>
                </a:lnTo>
              </a:path>
            </a:pathLst>
          </a:custGeom>
          <a:noFill/>
          <a:ln w="28575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78" name="Freeform 8">
            <a:extLst>
              <a:ext uri="{FF2B5EF4-FFF2-40B4-BE49-F238E27FC236}">
                <a16:creationId xmlns:a16="http://schemas.microsoft.com/office/drawing/2014/main" id="{A6895856-FE16-936E-CA1C-D77F23B01AB9}"/>
              </a:ext>
            </a:extLst>
          </p:cNvPr>
          <p:cNvSpPr>
            <a:spLocks/>
          </p:cNvSpPr>
          <p:nvPr/>
        </p:nvSpPr>
        <p:spPr bwMode="auto">
          <a:xfrm>
            <a:off x="2668588" y="2417764"/>
            <a:ext cx="400050" cy="485775"/>
          </a:xfrm>
          <a:custGeom>
            <a:avLst/>
            <a:gdLst>
              <a:gd name="T0" fmla="*/ 155 w 252"/>
              <a:gd name="T1" fmla="*/ 73 h 306"/>
              <a:gd name="T2" fmla="*/ 143 w 252"/>
              <a:gd name="T3" fmla="*/ 73 h 306"/>
              <a:gd name="T4" fmla="*/ 130 w 252"/>
              <a:gd name="T5" fmla="*/ 71 h 306"/>
              <a:gd name="T6" fmla="*/ 123 w 252"/>
              <a:gd name="T7" fmla="*/ 58 h 306"/>
              <a:gd name="T8" fmla="*/ 122 w 252"/>
              <a:gd name="T9" fmla="*/ 45 h 306"/>
              <a:gd name="T10" fmla="*/ 118 w 252"/>
              <a:gd name="T11" fmla="*/ 31 h 306"/>
              <a:gd name="T12" fmla="*/ 107 w 252"/>
              <a:gd name="T13" fmla="*/ 20 h 306"/>
              <a:gd name="T14" fmla="*/ 102 w 252"/>
              <a:gd name="T15" fmla="*/ 8 h 306"/>
              <a:gd name="T16" fmla="*/ 92 w 252"/>
              <a:gd name="T17" fmla="*/ 0 h 306"/>
              <a:gd name="T18" fmla="*/ 80 w 252"/>
              <a:gd name="T19" fmla="*/ 0 h 306"/>
              <a:gd name="T20" fmla="*/ 67 w 252"/>
              <a:gd name="T21" fmla="*/ 0 h 306"/>
              <a:gd name="T22" fmla="*/ 57 w 252"/>
              <a:gd name="T23" fmla="*/ 5 h 306"/>
              <a:gd name="T24" fmla="*/ 43 w 252"/>
              <a:gd name="T25" fmla="*/ 11 h 306"/>
              <a:gd name="T26" fmla="*/ 32 w 252"/>
              <a:gd name="T27" fmla="*/ 13 h 306"/>
              <a:gd name="T28" fmla="*/ 23 w 252"/>
              <a:gd name="T29" fmla="*/ 26 h 306"/>
              <a:gd name="T30" fmla="*/ 23 w 252"/>
              <a:gd name="T31" fmla="*/ 40 h 306"/>
              <a:gd name="T32" fmla="*/ 38 w 252"/>
              <a:gd name="T33" fmla="*/ 46 h 306"/>
              <a:gd name="T34" fmla="*/ 45 w 252"/>
              <a:gd name="T35" fmla="*/ 60 h 306"/>
              <a:gd name="T36" fmla="*/ 57 w 252"/>
              <a:gd name="T37" fmla="*/ 70 h 306"/>
              <a:gd name="T38" fmla="*/ 63 w 252"/>
              <a:gd name="T39" fmla="*/ 81 h 306"/>
              <a:gd name="T40" fmla="*/ 65 w 252"/>
              <a:gd name="T41" fmla="*/ 95 h 306"/>
              <a:gd name="T42" fmla="*/ 52 w 252"/>
              <a:gd name="T43" fmla="*/ 93 h 306"/>
              <a:gd name="T44" fmla="*/ 45 w 252"/>
              <a:gd name="T45" fmla="*/ 81 h 306"/>
              <a:gd name="T46" fmla="*/ 33 w 252"/>
              <a:gd name="T47" fmla="*/ 81 h 306"/>
              <a:gd name="T48" fmla="*/ 22 w 252"/>
              <a:gd name="T49" fmla="*/ 81 h 306"/>
              <a:gd name="T50" fmla="*/ 18 w 252"/>
              <a:gd name="T51" fmla="*/ 95 h 306"/>
              <a:gd name="T52" fmla="*/ 15 w 252"/>
              <a:gd name="T53" fmla="*/ 108 h 306"/>
              <a:gd name="T54" fmla="*/ 7 w 252"/>
              <a:gd name="T55" fmla="*/ 121 h 306"/>
              <a:gd name="T56" fmla="*/ 0 w 252"/>
              <a:gd name="T57" fmla="*/ 135 h 306"/>
              <a:gd name="T58" fmla="*/ 0 w 252"/>
              <a:gd name="T59" fmla="*/ 148 h 306"/>
              <a:gd name="T60" fmla="*/ 12 w 252"/>
              <a:gd name="T61" fmla="*/ 151 h 306"/>
              <a:gd name="T62" fmla="*/ 23 w 252"/>
              <a:gd name="T63" fmla="*/ 151 h 306"/>
              <a:gd name="T64" fmla="*/ 38 w 252"/>
              <a:gd name="T65" fmla="*/ 146 h 306"/>
              <a:gd name="T66" fmla="*/ 50 w 252"/>
              <a:gd name="T67" fmla="*/ 146 h 306"/>
              <a:gd name="T68" fmla="*/ 63 w 252"/>
              <a:gd name="T69" fmla="*/ 145 h 306"/>
              <a:gd name="T70" fmla="*/ 70 w 252"/>
              <a:gd name="T71" fmla="*/ 151 h 306"/>
              <a:gd name="T72" fmla="*/ 85 w 252"/>
              <a:gd name="T73" fmla="*/ 160 h 306"/>
              <a:gd name="T74" fmla="*/ 97 w 252"/>
              <a:gd name="T75" fmla="*/ 166 h 306"/>
              <a:gd name="T76" fmla="*/ 107 w 252"/>
              <a:gd name="T77" fmla="*/ 175 h 306"/>
              <a:gd name="T78" fmla="*/ 117 w 252"/>
              <a:gd name="T79" fmla="*/ 188 h 306"/>
              <a:gd name="T80" fmla="*/ 118 w 252"/>
              <a:gd name="T81" fmla="*/ 201 h 306"/>
              <a:gd name="T82" fmla="*/ 118 w 252"/>
              <a:gd name="T83" fmla="*/ 215 h 306"/>
              <a:gd name="T84" fmla="*/ 128 w 252"/>
              <a:gd name="T85" fmla="*/ 223 h 306"/>
              <a:gd name="T86" fmla="*/ 140 w 252"/>
              <a:gd name="T87" fmla="*/ 226 h 306"/>
              <a:gd name="T88" fmla="*/ 152 w 252"/>
              <a:gd name="T89" fmla="*/ 226 h 306"/>
              <a:gd name="T90" fmla="*/ 165 w 252"/>
              <a:gd name="T91" fmla="*/ 226 h 306"/>
              <a:gd name="T92" fmla="*/ 173 w 252"/>
              <a:gd name="T93" fmla="*/ 236 h 306"/>
              <a:gd name="T94" fmla="*/ 183 w 252"/>
              <a:gd name="T95" fmla="*/ 243 h 306"/>
              <a:gd name="T96" fmla="*/ 197 w 252"/>
              <a:gd name="T97" fmla="*/ 243 h 306"/>
              <a:gd name="T98" fmla="*/ 210 w 252"/>
              <a:gd name="T99" fmla="*/ 235 h 306"/>
              <a:gd name="T100" fmla="*/ 215 w 252"/>
              <a:gd name="T101" fmla="*/ 221 h 306"/>
              <a:gd name="T102" fmla="*/ 228 w 252"/>
              <a:gd name="T103" fmla="*/ 215 h 306"/>
              <a:gd name="T104" fmla="*/ 230 w 252"/>
              <a:gd name="T105" fmla="*/ 228 h 306"/>
              <a:gd name="T106" fmla="*/ 235 w 252"/>
              <a:gd name="T107" fmla="*/ 241 h 306"/>
              <a:gd name="T108" fmla="*/ 235 w 252"/>
              <a:gd name="T109" fmla="*/ 253 h 306"/>
              <a:gd name="T110" fmla="*/ 227 w 252"/>
              <a:gd name="T111" fmla="*/ 265 h 306"/>
              <a:gd name="T112" fmla="*/ 220 w 252"/>
              <a:gd name="T113" fmla="*/ 276 h 306"/>
              <a:gd name="T114" fmla="*/ 228 w 252"/>
              <a:gd name="T115" fmla="*/ 288 h 306"/>
              <a:gd name="T116" fmla="*/ 238 w 252"/>
              <a:gd name="T117" fmla="*/ 298 h 306"/>
              <a:gd name="T118" fmla="*/ 252 w 252"/>
              <a:gd name="T119" fmla="*/ 306 h 30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252"/>
              <a:gd name="T181" fmla="*/ 0 h 306"/>
              <a:gd name="T182" fmla="*/ 252 w 252"/>
              <a:gd name="T183" fmla="*/ 306 h 30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252" h="306">
                <a:moveTo>
                  <a:pt x="162" y="63"/>
                </a:moveTo>
                <a:lnTo>
                  <a:pt x="155" y="73"/>
                </a:lnTo>
                <a:lnTo>
                  <a:pt x="150" y="73"/>
                </a:lnTo>
                <a:lnTo>
                  <a:pt x="143" y="73"/>
                </a:lnTo>
                <a:lnTo>
                  <a:pt x="135" y="73"/>
                </a:lnTo>
                <a:lnTo>
                  <a:pt x="130" y="71"/>
                </a:lnTo>
                <a:lnTo>
                  <a:pt x="128" y="65"/>
                </a:lnTo>
                <a:lnTo>
                  <a:pt x="123" y="58"/>
                </a:lnTo>
                <a:lnTo>
                  <a:pt x="123" y="51"/>
                </a:lnTo>
                <a:lnTo>
                  <a:pt x="122" y="45"/>
                </a:lnTo>
                <a:lnTo>
                  <a:pt x="118" y="38"/>
                </a:lnTo>
                <a:lnTo>
                  <a:pt x="118" y="31"/>
                </a:lnTo>
                <a:lnTo>
                  <a:pt x="110" y="26"/>
                </a:lnTo>
                <a:lnTo>
                  <a:pt x="107" y="20"/>
                </a:lnTo>
                <a:lnTo>
                  <a:pt x="103" y="13"/>
                </a:lnTo>
                <a:lnTo>
                  <a:pt x="102" y="8"/>
                </a:lnTo>
                <a:lnTo>
                  <a:pt x="98" y="0"/>
                </a:lnTo>
                <a:lnTo>
                  <a:pt x="92" y="0"/>
                </a:lnTo>
                <a:lnTo>
                  <a:pt x="87" y="0"/>
                </a:lnTo>
                <a:lnTo>
                  <a:pt x="80" y="0"/>
                </a:lnTo>
                <a:lnTo>
                  <a:pt x="72" y="0"/>
                </a:lnTo>
                <a:lnTo>
                  <a:pt x="67" y="0"/>
                </a:lnTo>
                <a:lnTo>
                  <a:pt x="60" y="0"/>
                </a:lnTo>
                <a:lnTo>
                  <a:pt x="57" y="5"/>
                </a:lnTo>
                <a:lnTo>
                  <a:pt x="50" y="8"/>
                </a:lnTo>
                <a:lnTo>
                  <a:pt x="43" y="11"/>
                </a:lnTo>
                <a:lnTo>
                  <a:pt x="38" y="11"/>
                </a:lnTo>
                <a:lnTo>
                  <a:pt x="32" y="13"/>
                </a:lnTo>
                <a:lnTo>
                  <a:pt x="27" y="20"/>
                </a:lnTo>
                <a:lnTo>
                  <a:pt x="23" y="26"/>
                </a:lnTo>
                <a:lnTo>
                  <a:pt x="23" y="35"/>
                </a:lnTo>
                <a:lnTo>
                  <a:pt x="23" y="40"/>
                </a:lnTo>
                <a:lnTo>
                  <a:pt x="32" y="45"/>
                </a:lnTo>
                <a:lnTo>
                  <a:pt x="38" y="46"/>
                </a:lnTo>
                <a:lnTo>
                  <a:pt x="42" y="53"/>
                </a:lnTo>
                <a:lnTo>
                  <a:pt x="45" y="60"/>
                </a:lnTo>
                <a:lnTo>
                  <a:pt x="50" y="66"/>
                </a:lnTo>
                <a:lnTo>
                  <a:pt x="57" y="70"/>
                </a:lnTo>
                <a:lnTo>
                  <a:pt x="60" y="75"/>
                </a:lnTo>
                <a:lnTo>
                  <a:pt x="63" y="81"/>
                </a:lnTo>
                <a:lnTo>
                  <a:pt x="65" y="90"/>
                </a:lnTo>
                <a:lnTo>
                  <a:pt x="65" y="95"/>
                </a:lnTo>
                <a:lnTo>
                  <a:pt x="58" y="95"/>
                </a:lnTo>
                <a:lnTo>
                  <a:pt x="52" y="93"/>
                </a:lnTo>
                <a:lnTo>
                  <a:pt x="52" y="86"/>
                </a:lnTo>
                <a:lnTo>
                  <a:pt x="45" y="81"/>
                </a:lnTo>
                <a:lnTo>
                  <a:pt x="40" y="81"/>
                </a:lnTo>
                <a:lnTo>
                  <a:pt x="33" y="81"/>
                </a:lnTo>
                <a:lnTo>
                  <a:pt x="27" y="80"/>
                </a:lnTo>
                <a:lnTo>
                  <a:pt x="22" y="81"/>
                </a:lnTo>
                <a:lnTo>
                  <a:pt x="18" y="90"/>
                </a:lnTo>
                <a:lnTo>
                  <a:pt x="18" y="95"/>
                </a:lnTo>
                <a:lnTo>
                  <a:pt x="15" y="101"/>
                </a:lnTo>
                <a:lnTo>
                  <a:pt x="15" y="108"/>
                </a:lnTo>
                <a:lnTo>
                  <a:pt x="10" y="116"/>
                </a:lnTo>
                <a:lnTo>
                  <a:pt x="7" y="121"/>
                </a:lnTo>
                <a:lnTo>
                  <a:pt x="2" y="128"/>
                </a:lnTo>
                <a:lnTo>
                  <a:pt x="0" y="135"/>
                </a:lnTo>
                <a:lnTo>
                  <a:pt x="0" y="141"/>
                </a:lnTo>
                <a:lnTo>
                  <a:pt x="0" y="148"/>
                </a:lnTo>
                <a:lnTo>
                  <a:pt x="7" y="151"/>
                </a:lnTo>
                <a:lnTo>
                  <a:pt x="12" y="151"/>
                </a:lnTo>
                <a:lnTo>
                  <a:pt x="18" y="151"/>
                </a:lnTo>
                <a:lnTo>
                  <a:pt x="23" y="151"/>
                </a:lnTo>
                <a:lnTo>
                  <a:pt x="32" y="148"/>
                </a:lnTo>
                <a:lnTo>
                  <a:pt x="38" y="146"/>
                </a:lnTo>
                <a:lnTo>
                  <a:pt x="43" y="146"/>
                </a:lnTo>
                <a:lnTo>
                  <a:pt x="50" y="146"/>
                </a:lnTo>
                <a:lnTo>
                  <a:pt x="57" y="145"/>
                </a:lnTo>
                <a:lnTo>
                  <a:pt x="63" y="145"/>
                </a:lnTo>
                <a:lnTo>
                  <a:pt x="70" y="145"/>
                </a:lnTo>
                <a:lnTo>
                  <a:pt x="70" y="151"/>
                </a:lnTo>
                <a:lnTo>
                  <a:pt x="77" y="156"/>
                </a:lnTo>
                <a:lnTo>
                  <a:pt x="85" y="160"/>
                </a:lnTo>
                <a:lnTo>
                  <a:pt x="90" y="161"/>
                </a:lnTo>
                <a:lnTo>
                  <a:pt x="97" y="166"/>
                </a:lnTo>
                <a:lnTo>
                  <a:pt x="102" y="171"/>
                </a:lnTo>
                <a:lnTo>
                  <a:pt x="107" y="175"/>
                </a:lnTo>
                <a:lnTo>
                  <a:pt x="113" y="181"/>
                </a:lnTo>
                <a:lnTo>
                  <a:pt x="117" y="188"/>
                </a:lnTo>
                <a:lnTo>
                  <a:pt x="118" y="195"/>
                </a:lnTo>
                <a:lnTo>
                  <a:pt x="118" y="201"/>
                </a:lnTo>
                <a:lnTo>
                  <a:pt x="118" y="208"/>
                </a:lnTo>
                <a:lnTo>
                  <a:pt x="118" y="215"/>
                </a:lnTo>
                <a:lnTo>
                  <a:pt x="122" y="221"/>
                </a:lnTo>
                <a:lnTo>
                  <a:pt x="128" y="223"/>
                </a:lnTo>
                <a:lnTo>
                  <a:pt x="133" y="226"/>
                </a:lnTo>
                <a:lnTo>
                  <a:pt x="140" y="226"/>
                </a:lnTo>
                <a:lnTo>
                  <a:pt x="147" y="226"/>
                </a:lnTo>
                <a:lnTo>
                  <a:pt x="152" y="226"/>
                </a:lnTo>
                <a:lnTo>
                  <a:pt x="158" y="226"/>
                </a:lnTo>
                <a:lnTo>
                  <a:pt x="165" y="226"/>
                </a:lnTo>
                <a:lnTo>
                  <a:pt x="172" y="230"/>
                </a:lnTo>
                <a:lnTo>
                  <a:pt x="173" y="236"/>
                </a:lnTo>
                <a:lnTo>
                  <a:pt x="178" y="243"/>
                </a:lnTo>
                <a:lnTo>
                  <a:pt x="183" y="243"/>
                </a:lnTo>
                <a:lnTo>
                  <a:pt x="190" y="243"/>
                </a:lnTo>
                <a:lnTo>
                  <a:pt x="197" y="243"/>
                </a:lnTo>
                <a:lnTo>
                  <a:pt x="205" y="241"/>
                </a:lnTo>
                <a:lnTo>
                  <a:pt x="210" y="235"/>
                </a:lnTo>
                <a:lnTo>
                  <a:pt x="212" y="228"/>
                </a:lnTo>
                <a:lnTo>
                  <a:pt x="215" y="221"/>
                </a:lnTo>
                <a:lnTo>
                  <a:pt x="222" y="216"/>
                </a:lnTo>
                <a:lnTo>
                  <a:pt x="228" y="215"/>
                </a:lnTo>
                <a:lnTo>
                  <a:pt x="230" y="221"/>
                </a:lnTo>
                <a:lnTo>
                  <a:pt x="230" y="228"/>
                </a:lnTo>
                <a:lnTo>
                  <a:pt x="232" y="235"/>
                </a:lnTo>
                <a:lnTo>
                  <a:pt x="235" y="241"/>
                </a:lnTo>
                <a:lnTo>
                  <a:pt x="235" y="248"/>
                </a:lnTo>
                <a:lnTo>
                  <a:pt x="235" y="253"/>
                </a:lnTo>
                <a:lnTo>
                  <a:pt x="232" y="261"/>
                </a:lnTo>
                <a:lnTo>
                  <a:pt x="227" y="265"/>
                </a:lnTo>
                <a:lnTo>
                  <a:pt x="220" y="270"/>
                </a:lnTo>
                <a:lnTo>
                  <a:pt x="220" y="276"/>
                </a:lnTo>
                <a:lnTo>
                  <a:pt x="222" y="283"/>
                </a:lnTo>
                <a:lnTo>
                  <a:pt x="228" y="288"/>
                </a:lnTo>
                <a:lnTo>
                  <a:pt x="235" y="291"/>
                </a:lnTo>
                <a:lnTo>
                  <a:pt x="238" y="298"/>
                </a:lnTo>
                <a:lnTo>
                  <a:pt x="245" y="303"/>
                </a:lnTo>
                <a:lnTo>
                  <a:pt x="252" y="306"/>
                </a:lnTo>
              </a:path>
            </a:pathLst>
          </a:cu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79" name="Rectangle 59">
            <a:extLst>
              <a:ext uri="{FF2B5EF4-FFF2-40B4-BE49-F238E27FC236}">
                <a16:creationId xmlns:a16="http://schemas.microsoft.com/office/drawing/2014/main" id="{E98E3930-B98C-1F82-7B2D-8693F7473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26" y="3816350"/>
            <a:ext cx="320675" cy="190500"/>
          </a:xfrm>
          <a:prstGeom prst="rect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80" name="Line 60">
            <a:extLst>
              <a:ext uri="{FF2B5EF4-FFF2-40B4-BE49-F238E27FC236}">
                <a16:creationId xmlns:a16="http://schemas.microsoft.com/office/drawing/2014/main" id="{E1524CE2-E39E-7415-265A-5DDC192BB2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5925" y="3816350"/>
            <a:ext cx="317500" cy="1905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BO"/>
          </a:p>
        </p:txBody>
      </p:sp>
      <p:sp>
        <p:nvSpPr>
          <p:cNvPr id="3081" name="Line 61">
            <a:extLst>
              <a:ext uri="{FF2B5EF4-FFF2-40B4-BE49-F238E27FC236}">
                <a16:creationId xmlns:a16="http://schemas.microsoft.com/office/drawing/2014/main" id="{345CAB0F-9A56-8194-B52A-8976516E1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5925" y="3816350"/>
            <a:ext cx="317500" cy="1905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BO"/>
          </a:p>
        </p:txBody>
      </p:sp>
      <p:sp>
        <p:nvSpPr>
          <p:cNvPr id="3082" name="Rectangle 62">
            <a:extLst>
              <a:ext uri="{FF2B5EF4-FFF2-40B4-BE49-F238E27FC236}">
                <a16:creationId xmlns:a16="http://schemas.microsoft.com/office/drawing/2014/main" id="{BA7467BC-3E74-81E3-2F59-18ACB8BBE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26" y="3689351"/>
            <a:ext cx="3206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83" name="Rectangle 63">
            <a:extLst>
              <a:ext uri="{FF2B5EF4-FFF2-40B4-BE49-F238E27FC236}">
                <a16:creationId xmlns:a16="http://schemas.microsoft.com/office/drawing/2014/main" id="{BB9BA2CB-BB8E-4B4D-D3D0-3F106BBEE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5" y="3733800"/>
            <a:ext cx="8976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700">
                <a:solidFill>
                  <a:srgbClr val="000000"/>
                </a:solidFill>
              </a:rPr>
              <a:t>xx</a:t>
            </a:r>
            <a:endParaRPr lang="es-ES" altLang="es-BO"/>
          </a:p>
        </p:txBody>
      </p:sp>
      <p:sp>
        <p:nvSpPr>
          <p:cNvPr id="3084" name="Rectangle 64">
            <a:extLst>
              <a:ext uri="{FF2B5EF4-FFF2-40B4-BE49-F238E27FC236}">
                <a16:creationId xmlns:a16="http://schemas.microsoft.com/office/drawing/2014/main" id="{29D586EA-9224-4AB5-FE0A-878578EE9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6" y="4375151"/>
            <a:ext cx="3206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85" name="Rectangle 65">
            <a:extLst>
              <a:ext uri="{FF2B5EF4-FFF2-40B4-BE49-F238E27FC236}">
                <a16:creationId xmlns:a16="http://schemas.microsoft.com/office/drawing/2014/main" id="{5D1971D5-186F-BFE5-C167-CF47833C6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325" y="4419600"/>
            <a:ext cx="13465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700">
                <a:solidFill>
                  <a:srgbClr val="000000"/>
                </a:solidFill>
              </a:rPr>
              <a:t>xxx</a:t>
            </a:r>
            <a:endParaRPr lang="es-ES" altLang="es-BO"/>
          </a:p>
        </p:txBody>
      </p:sp>
      <p:sp>
        <p:nvSpPr>
          <p:cNvPr id="3086" name="Rectangle 66">
            <a:extLst>
              <a:ext uri="{FF2B5EF4-FFF2-40B4-BE49-F238E27FC236}">
                <a16:creationId xmlns:a16="http://schemas.microsoft.com/office/drawing/2014/main" id="{C97490E6-ACF7-171C-3F8C-D4AFA93AA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6" y="4502150"/>
            <a:ext cx="320675" cy="190500"/>
          </a:xfrm>
          <a:prstGeom prst="rect">
            <a:avLst/>
          </a:prstGeom>
          <a:noFill/>
          <a:ln w="7938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87" name="Rectangle 67">
            <a:extLst>
              <a:ext uri="{FF2B5EF4-FFF2-40B4-BE49-F238E27FC236}">
                <a16:creationId xmlns:a16="http://schemas.microsoft.com/office/drawing/2014/main" id="{7FE7499A-AE46-7FBF-D9E3-A4FD99685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6" y="3308351"/>
            <a:ext cx="3206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88" name="Rectangle 68">
            <a:extLst>
              <a:ext uri="{FF2B5EF4-FFF2-40B4-BE49-F238E27FC236}">
                <a16:creationId xmlns:a16="http://schemas.microsoft.com/office/drawing/2014/main" id="{3BC8D452-A004-A5A6-AC78-4497AF47F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3352800"/>
            <a:ext cx="13465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700">
                <a:solidFill>
                  <a:srgbClr val="000000"/>
                </a:solidFill>
              </a:rPr>
              <a:t>xxx</a:t>
            </a:r>
            <a:endParaRPr lang="es-ES" altLang="es-BO"/>
          </a:p>
        </p:txBody>
      </p:sp>
      <p:sp>
        <p:nvSpPr>
          <p:cNvPr id="3089" name="Rectangle 69">
            <a:extLst>
              <a:ext uri="{FF2B5EF4-FFF2-40B4-BE49-F238E27FC236}">
                <a16:creationId xmlns:a16="http://schemas.microsoft.com/office/drawing/2014/main" id="{D15B46DD-9B53-425C-FA61-4131F56C2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6" y="3435350"/>
            <a:ext cx="320675" cy="190500"/>
          </a:xfrm>
          <a:prstGeom prst="rect">
            <a:avLst/>
          </a:prstGeom>
          <a:noFill/>
          <a:ln w="7938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90" name="Rectangle 71">
            <a:extLst>
              <a:ext uri="{FF2B5EF4-FFF2-40B4-BE49-F238E27FC236}">
                <a16:creationId xmlns:a16="http://schemas.microsoft.com/office/drawing/2014/main" id="{3DC678BC-BCC5-D9B5-8D93-23D7DFB3B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6" y="3643314"/>
            <a:ext cx="5572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1000">
                <a:solidFill>
                  <a:srgbClr val="FF0000"/>
                </a:solidFill>
                <a:latin typeface="Arial Black" panose="020B0A04020102020204" pitchFamily="34" charset="0"/>
              </a:rPr>
              <a:t>ZONA </a:t>
            </a:r>
            <a:r>
              <a:rPr lang="es-ES_tradnl" altLang="es-BO" sz="1000">
                <a:solidFill>
                  <a:srgbClr val="FF0000"/>
                </a:solidFill>
                <a:latin typeface="Arial Black" panose="020B0A04020102020204" pitchFamily="34" charset="0"/>
              </a:rPr>
              <a:t> COMB</a:t>
            </a:r>
            <a:endParaRPr lang="es-ES" altLang="es-BO" sz="100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091" name="Oval 73">
            <a:extLst>
              <a:ext uri="{FF2B5EF4-FFF2-40B4-BE49-F238E27FC236}">
                <a16:creationId xmlns:a16="http://schemas.microsoft.com/office/drawing/2014/main" id="{13CA6B0E-00A1-B586-8876-D3CE9585E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6276" y="3054351"/>
            <a:ext cx="257175" cy="257175"/>
          </a:xfrm>
          <a:prstGeom prst="ellipse">
            <a:avLst/>
          </a:prstGeom>
          <a:solidFill>
            <a:srgbClr val="6699FF"/>
          </a:solidFill>
          <a:ln w="7938">
            <a:solidFill>
              <a:srgbClr val="6699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92" name="Freeform 74">
            <a:extLst>
              <a:ext uri="{FF2B5EF4-FFF2-40B4-BE49-F238E27FC236}">
                <a16:creationId xmlns:a16="http://schemas.microsoft.com/office/drawing/2014/main" id="{77781CF1-BD17-6712-BDB2-6ED15029CFE5}"/>
              </a:ext>
            </a:extLst>
          </p:cNvPr>
          <p:cNvSpPr>
            <a:spLocks/>
          </p:cNvSpPr>
          <p:nvPr/>
        </p:nvSpPr>
        <p:spPr bwMode="auto">
          <a:xfrm>
            <a:off x="5816601" y="3117850"/>
            <a:ext cx="66675" cy="127000"/>
          </a:xfrm>
          <a:custGeom>
            <a:avLst/>
            <a:gdLst>
              <a:gd name="T0" fmla="*/ 2 w 42"/>
              <a:gd name="T1" fmla="*/ 40 h 80"/>
              <a:gd name="T2" fmla="*/ 5 w 42"/>
              <a:gd name="T3" fmla="*/ 23 h 80"/>
              <a:gd name="T4" fmla="*/ 9 w 42"/>
              <a:gd name="T5" fmla="*/ 12 h 80"/>
              <a:gd name="T6" fmla="*/ 15 w 42"/>
              <a:gd name="T7" fmla="*/ 3 h 80"/>
              <a:gd name="T8" fmla="*/ 24 w 42"/>
              <a:gd name="T9" fmla="*/ 0 h 80"/>
              <a:gd name="T10" fmla="*/ 29 w 42"/>
              <a:gd name="T11" fmla="*/ 2 h 80"/>
              <a:gd name="T12" fmla="*/ 32 w 42"/>
              <a:gd name="T13" fmla="*/ 3 h 80"/>
              <a:gd name="T14" fmla="*/ 39 w 42"/>
              <a:gd name="T15" fmla="*/ 12 h 80"/>
              <a:gd name="T16" fmla="*/ 42 w 42"/>
              <a:gd name="T17" fmla="*/ 25 h 80"/>
              <a:gd name="T18" fmla="*/ 42 w 42"/>
              <a:gd name="T19" fmla="*/ 40 h 80"/>
              <a:gd name="T20" fmla="*/ 40 w 42"/>
              <a:gd name="T21" fmla="*/ 80 h 80"/>
              <a:gd name="T22" fmla="*/ 0 w 42"/>
              <a:gd name="T23" fmla="*/ 78 h 80"/>
              <a:gd name="T24" fmla="*/ 2 w 42"/>
              <a:gd name="T25" fmla="*/ 40 h 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2"/>
              <a:gd name="T40" fmla="*/ 0 h 80"/>
              <a:gd name="T41" fmla="*/ 42 w 42"/>
              <a:gd name="T42" fmla="*/ 80 h 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2" h="80">
                <a:moveTo>
                  <a:pt x="2" y="40"/>
                </a:moveTo>
                <a:lnTo>
                  <a:pt x="5" y="23"/>
                </a:lnTo>
                <a:lnTo>
                  <a:pt x="9" y="12"/>
                </a:lnTo>
                <a:lnTo>
                  <a:pt x="15" y="3"/>
                </a:lnTo>
                <a:lnTo>
                  <a:pt x="24" y="0"/>
                </a:lnTo>
                <a:lnTo>
                  <a:pt x="29" y="2"/>
                </a:lnTo>
                <a:lnTo>
                  <a:pt x="32" y="3"/>
                </a:lnTo>
                <a:lnTo>
                  <a:pt x="39" y="12"/>
                </a:lnTo>
                <a:lnTo>
                  <a:pt x="42" y="25"/>
                </a:lnTo>
                <a:lnTo>
                  <a:pt x="42" y="40"/>
                </a:lnTo>
                <a:lnTo>
                  <a:pt x="40" y="80"/>
                </a:lnTo>
                <a:lnTo>
                  <a:pt x="0" y="78"/>
                </a:lnTo>
                <a:lnTo>
                  <a:pt x="2" y="40"/>
                </a:lnTo>
                <a:close/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93" name="Freeform 75">
            <a:extLst>
              <a:ext uri="{FF2B5EF4-FFF2-40B4-BE49-F238E27FC236}">
                <a16:creationId xmlns:a16="http://schemas.microsoft.com/office/drawing/2014/main" id="{C39209D7-73EA-7E7D-DC3C-52E47F8D93C4}"/>
              </a:ext>
            </a:extLst>
          </p:cNvPr>
          <p:cNvSpPr>
            <a:spLocks/>
          </p:cNvSpPr>
          <p:nvPr/>
        </p:nvSpPr>
        <p:spPr bwMode="auto">
          <a:xfrm>
            <a:off x="5772151" y="3240089"/>
            <a:ext cx="163513" cy="9525"/>
          </a:xfrm>
          <a:custGeom>
            <a:avLst/>
            <a:gdLst>
              <a:gd name="T0" fmla="*/ 0 w 103"/>
              <a:gd name="T1" fmla="*/ 3 h 6"/>
              <a:gd name="T2" fmla="*/ 47 w 103"/>
              <a:gd name="T3" fmla="*/ 0 h 6"/>
              <a:gd name="T4" fmla="*/ 103 w 103"/>
              <a:gd name="T5" fmla="*/ 6 h 6"/>
              <a:gd name="T6" fmla="*/ 0 60000 65536"/>
              <a:gd name="T7" fmla="*/ 0 60000 65536"/>
              <a:gd name="T8" fmla="*/ 0 60000 65536"/>
              <a:gd name="T9" fmla="*/ 0 w 103"/>
              <a:gd name="T10" fmla="*/ 0 h 6"/>
              <a:gd name="T11" fmla="*/ 103 w 103"/>
              <a:gd name="T12" fmla="*/ 6 h 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3" h="6">
                <a:moveTo>
                  <a:pt x="0" y="3"/>
                </a:moveTo>
                <a:lnTo>
                  <a:pt x="47" y="0"/>
                </a:lnTo>
                <a:lnTo>
                  <a:pt x="103" y="6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94" name="Rectangle 76">
            <a:extLst>
              <a:ext uri="{FF2B5EF4-FFF2-40B4-BE49-F238E27FC236}">
                <a16:creationId xmlns:a16="http://schemas.microsoft.com/office/drawing/2014/main" id="{E6EBC1C9-9365-D360-5B04-41A4370E9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6" y="1974851"/>
            <a:ext cx="3206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95" name="Rectangle 77">
            <a:extLst>
              <a:ext uri="{FF2B5EF4-FFF2-40B4-BE49-F238E27FC236}">
                <a16:creationId xmlns:a16="http://schemas.microsoft.com/office/drawing/2014/main" id="{9ACA7EE4-4DAB-F49E-B29C-2503AD103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2971800"/>
            <a:ext cx="13465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700">
                <a:solidFill>
                  <a:srgbClr val="000000"/>
                </a:solidFill>
              </a:rPr>
              <a:t>xxx</a:t>
            </a:r>
            <a:endParaRPr lang="es-ES" altLang="es-BO"/>
          </a:p>
        </p:txBody>
      </p:sp>
      <p:sp>
        <p:nvSpPr>
          <p:cNvPr id="3096" name="Oval 78">
            <a:extLst>
              <a:ext uri="{FF2B5EF4-FFF2-40B4-BE49-F238E27FC236}">
                <a16:creationId xmlns:a16="http://schemas.microsoft.com/office/drawing/2014/main" id="{917FE241-6B16-C17D-660A-C95E4A0B8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6" y="3130551"/>
            <a:ext cx="320675" cy="257175"/>
          </a:xfrm>
          <a:prstGeom prst="ellipse">
            <a:avLst/>
          </a:prstGeom>
          <a:solidFill>
            <a:srgbClr val="6699FF"/>
          </a:solidFill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97" name="Freeform 79">
            <a:extLst>
              <a:ext uri="{FF2B5EF4-FFF2-40B4-BE49-F238E27FC236}">
                <a16:creationId xmlns:a16="http://schemas.microsoft.com/office/drawing/2014/main" id="{05C55040-0D42-A922-3BCB-AA846163E4B4}"/>
              </a:ext>
            </a:extLst>
          </p:cNvPr>
          <p:cNvSpPr>
            <a:spLocks/>
          </p:cNvSpPr>
          <p:nvPr/>
        </p:nvSpPr>
        <p:spPr bwMode="auto">
          <a:xfrm>
            <a:off x="4949825" y="3190876"/>
            <a:ext cx="190500" cy="66675"/>
          </a:xfrm>
          <a:custGeom>
            <a:avLst/>
            <a:gdLst>
              <a:gd name="T0" fmla="*/ 120 w 120"/>
              <a:gd name="T1" fmla="*/ 40 h 42"/>
              <a:gd name="T2" fmla="*/ 90 w 120"/>
              <a:gd name="T3" fmla="*/ 0 h 42"/>
              <a:gd name="T4" fmla="*/ 30 w 120"/>
              <a:gd name="T5" fmla="*/ 2 h 42"/>
              <a:gd name="T6" fmla="*/ 0 w 120"/>
              <a:gd name="T7" fmla="*/ 42 h 42"/>
              <a:gd name="T8" fmla="*/ 120 w 120"/>
              <a:gd name="T9" fmla="*/ 40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42"/>
              <a:gd name="T17" fmla="*/ 120 w 120"/>
              <a:gd name="T18" fmla="*/ 42 h 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42">
                <a:moveTo>
                  <a:pt x="120" y="40"/>
                </a:moveTo>
                <a:lnTo>
                  <a:pt x="90" y="0"/>
                </a:lnTo>
                <a:lnTo>
                  <a:pt x="30" y="2"/>
                </a:lnTo>
                <a:lnTo>
                  <a:pt x="0" y="42"/>
                </a:lnTo>
                <a:lnTo>
                  <a:pt x="120" y="40"/>
                </a:lnTo>
                <a:close/>
              </a:path>
            </a:pathLst>
          </a:custGeom>
          <a:solidFill>
            <a:srgbClr val="6699FF"/>
          </a:solidFill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098" name="Line 80">
            <a:extLst>
              <a:ext uri="{FF2B5EF4-FFF2-40B4-BE49-F238E27FC236}">
                <a16:creationId xmlns:a16="http://schemas.microsoft.com/office/drawing/2014/main" id="{EF1FCCB4-A5AA-E67D-612D-93718C4814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6500" y="3257550"/>
            <a:ext cx="1588" cy="635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BO"/>
          </a:p>
        </p:txBody>
      </p:sp>
      <p:sp>
        <p:nvSpPr>
          <p:cNvPr id="3099" name="Line 81">
            <a:extLst>
              <a:ext uri="{FF2B5EF4-FFF2-40B4-BE49-F238E27FC236}">
                <a16:creationId xmlns:a16="http://schemas.microsoft.com/office/drawing/2014/main" id="{0C45DB5F-9222-DBEC-84A6-45302DD6E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0" y="3257550"/>
            <a:ext cx="1588" cy="635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BO"/>
          </a:p>
        </p:txBody>
      </p:sp>
      <p:sp>
        <p:nvSpPr>
          <p:cNvPr id="3100" name="Line 82">
            <a:extLst>
              <a:ext uri="{FF2B5EF4-FFF2-40B4-BE49-F238E27FC236}">
                <a16:creationId xmlns:a16="http://schemas.microsoft.com/office/drawing/2014/main" id="{D74D4C37-D4DD-4BF8-3027-B065B34D5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6501" y="3321050"/>
            <a:ext cx="60325" cy="1588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BO"/>
          </a:p>
        </p:txBody>
      </p:sp>
      <p:sp>
        <p:nvSpPr>
          <p:cNvPr id="3101" name="Rectangle 83">
            <a:extLst>
              <a:ext uri="{FF2B5EF4-FFF2-40B4-BE49-F238E27FC236}">
                <a16:creationId xmlns:a16="http://schemas.microsoft.com/office/drawing/2014/main" id="{2AE58D75-F8A1-AADE-5265-C90083437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26" y="2546351"/>
            <a:ext cx="3206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02" name="Rectangle 84">
            <a:extLst>
              <a:ext uri="{FF2B5EF4-FFF2-40B4-BE49-F238E27FC236}">
                <a16:creationId xmlns:a16="http://schemas.microsoft.com/office/drawing/2014/main" id="{69649828-B482-8B96-E75B-23F4F9934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3048000"/>
            <a:ext cx="13465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700">
                <a:solidFill>
                  <a:srgbClr val="000000"/>
                </a:solidFill>
              </a:rPr>
              <a:t>xxx</a:t>
            </a:r>
            <a:endParaRPr lang="es-ES" altLang="es-BO"/>
          </a:p>
        </p:txBody>
      </p:sp>
      <p:sp>
        <p:nvSpPr>
          <p:cNvPr id="3103" name="Oval 85">
            <a:extLst>
              <a:ext uri="{FF2B5EF4-FFF2-40B4-BE49-F238E27FC236}">
                <a16:creationId xmlns:a16="http://schemas.microsoft.com/office/drawing/2014/main" id="{56C23FA0-3825-5DCB-1B2D-796AFD63D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26" y="3740151"/>
            <a:ext cx="257175" cy="320675"/>
          </a:xfrm>
          <a:prstGeom prst="ellipse">
            <a:avLst/>
          </a:prstGeom>
          <a:solidFill>
            <a:srgbClr val="6699FF"/>
          </a:solidFill>
          <a:ln w="7938">
            <a:solidFill>
              <a:srgbClr val="6699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04" name="Freeform 86">
            <a:extLst>
              <a:ext uri="{FF2B5EF4-FFF2-40B4-BE49-F238E27FC236}">
                <a16:creationId xmlns:a16="http://schemas.microsoft.com/office/drawing/2014/main" id="{1D7B5250-B983-2FDF-7589-9E3D32A133F5}"/>
              </a:ext>
            </a:extLst>
          </p:cNvPr>
          <p:cNvSpPr>
            <a:spLocks/>
          </p:cNvSpPr>
          <p:nvPr/>
        </p:nvSpPr>
        <p:spPr bwMode="auto">
          <a:xfrm>
            <a:off x="4327525" y="3795713"/>
            <a:ext cx="139700" cy="190500"/>
          </a:xfrm>
          <a:custGeom>
            <a:avLst/>
            <a:gdLst>
              <a:gd name="T0" fmla="*/ 0 w 88"/>
              <a:gd name="T1" fmla="*/ 118 h 120"/>
              <a:gd name="T2" fmla="*/ 16 w 88"/>
              <a:gd name="T3" fmla="*/ 120 h 120"/>
              <a:gd name="T4" fmla="*/ 31 w 88"/>
              <a:gd name="T5" fmla="*/ 118 h 120"/>
              <a:gd name="T6" fmla="*/ 45 w 88"/>
              <a:gd name="T7" fmla="*/ 115 h 120"/>
              <a:gd name="T8" fmla="*/ 58 w 88"/>
              <a:gd name="T9" fmla="*/ 110 h 120"/>
              <a:gd name="T10" fmla="*/ 70 w 88"/>
              <a:gd name="T11" fmla="*/ 102 h 120"/>
              <a:gd name="T12" fmla="*/ 78 w 88"/>
              <a:gd name="T13" fmla="*/ 93 h 120"/>
              <a:gd name="T14" fmla="*/ 85 w 88"/>
              <a:gd name="T15" fmla="*/ 82 h 120"/>
              <a:gd name="T16" fmla="*/ 88 w 88"/>
              <a:gd name="T17" fmla="*/ 70 h 120"/>
              <a:gd name="T18" fmla="*/ 88 w 88"/>
              <a:gd name="T19" fmla="*/ 58 h 120"/>
              <a:gd name="T20" fmla="*/ 85 w 88"/>
              <a:gd name="T21" fmla="*/ 47 h 120"/>
              <a:gd name="T22" fmla="*/ 80 w 88"/>
              <a:gd name="T23" fmla="*/ 35 h 120"/>
              <a:gd name="T24" fmla="*/ 71 w 88"/>
              <a:gd name="T25" fmla="*/ 25 h 120"/>
              <a:gd name="T26" fmla="*/ 60 w 88"/>
              <a:gd name="T27" fmla="*/ 17 h 120"/>
              <a:gd name="T28" fmla="*/ 48 w 88"/>
              <a:gd name="T29" fmla="*/ 10 h 120"/>
              <a:gd name="T30" fmla="*/ 33 w 88"/>
              <a:gd name="T31" fmla="*/ 3 h 120"/>
              <a:gd name="T32" fmla="*/ 16 w 88"/>
              <a:gd name="T33" fmla="*/ 0 h 120"/>
              <a:gd name="T34" fmla="*/ 31 w 88"/>
              <a:gd name="T35" fmla="*/ 15 h 120"/>
              <a:gd name="T36" fmla="*/ 43 w 88"/>
              <a:gd name="T37" fmla="*/ 30 h 120"/>
              <a:gd name="T38" fmla="*/ 48 w 88"/>
              <a:gd name="T39" fmla="*/ 48 h 120"/>
              <a:gd name="T40" fmla="*/ 48 w 88"/>
              <a:gd name="T41" fmla="*/ 65 h 120"/>
              <a:gd name="T42" fmla="*/ 43 w 88"/>
              <a:gd name="T43" fmla="*/ 82 h 120"/>
              <a:gd name="T44" fmla="*/ 33 w 88"/>
              <a:gd name="T45" fmla="*/ 97 h 120"/>
              <a:gd name="T46" fmla="*/ 18 w 88"/>
              <a:gd name="T47" fmla="*/ 108 h 120"/>
              <a:gd name="T48" fmla="*/ 0 w 88"/>
              <a:gd name="T49" fmla="*/ 118 h 12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88"/>
              <a:gd name="T76" fmla="*/ 0 h 120"/>
              <a:gd name="T77" fmla="*/ 88 w 88"/>
              <a:gd name="T78" fmla="*/ 120 h 120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88" h="120">
                <a:moveTo>
                  <a:pt x="0" y="118"/>
                </a:moveTo>
                <a:lnTo>
                  <a:pt x="16" y="120"/>
                </a:lnTo>
                <a:lnTo>
                  <a:pt x="31" y="118"/>
                </a:lnTo>
                <a:lnTo>
                  <a:pt x="45" y="115"/>
                </a:lnTo>
                <a:lnTo>
                  <a:pt x="58" y="110"/>
                </a:lnTo>
                <a:lnTo>
                  <a:pt x="70" y="102"/>
                </a:lnTo>
                <a:lnTo>
                  <a:pt x="78" y="93"/>
                </a:lnTo>
                <a:lnTo>
                  <a:pt x="85" y="82"/>
                </a:lnTo>
                <a:lnTo>
                  <a:pt x="88" y="70"/>
                </a:lnTo>
                <a:lnTo>
                  <a:pt x="88" y="58"/>
                </a:lnTo>
                <a:lnTo>
                  <a:pt x="85" y="47"/>
                </a:lnTo>
                <a:lnTo>
                  <a:pt x="80" y="35"/>
                </a:lnTo>
                <a:lnTo>
                  <a:pt x="71" y="25"/>
                </a:lnTo>
                <a:lnTo>
                  <a:pt x="60" y="17"/>
                </a:lnTo>
                <a:lnTo>
                  <a:pt x="48" y="10"/>
                </a:lnTo>
                <a:lnTo>
                  <a:pt x="33" y="3"/>
                </a:lnTo>
                <a:lnTo>
                  <a:pt x="16" y="0"/>
                </a:lnTo>
                <a:lnTo>
                  <a:pt x="31" y="15"/>
                </a:lnTo>
                <a:lnTo>
                  <a:pt x="43" y="30"/>
                </a:lnTo>
                <a:lnTo>
                  <a:pt x="48" y="48"/>
                </a:lnTo>
                <a:lnTo>
                  <a:pt x="48" y="65"/>
                </a:lnTo>
                <a:lnTo>
                  <a:pt x="43" y="82"/>
                </a:lnTo>
                <a:lnTo>
                  <a:pt x="33" y="97"/>
                </a:lnTo>
                <a:lnTo>
                  <a:pt x="18" y="108"/>
                </a:lnTo>
                <a:lnTo>
                  <a:pt x="0" y="118"/>
                </a:lnTo>
                <a:close/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05" name="Rectangle 87">
            <a:extLst>
              <a:ext uri="{FF2B5EF4-FFF2-40B4-BE49-F238E27FC236}">
                <a16:creationId xmlns:a16="http://schemas.microsoft.com/office/drawing/2014/main" id="{0C584FAE-38AD-D7F7-BE22-008CA2E6A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26" y="3613151"/>
            <a:ext cx="3206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06" name="Rectangle 88">
            <a:extLst>
              <a:ext uri="{FF2B5EF4-FFF2-40B4-BE49-F238E27FC236}">
                <a16:creationId xmlns:a16="http://schemas.microsoft.com/office/drawing/2014/main" id="{BFA90B92-0FD0-CB02-F7A7-461517B68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3657600"/>
            <a:ext cx="13465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700">
                <a:solidFill>
                  <a:srgbClr val="000000"/>
                </a:solidFill>
              </a:rPr>
              <a:t>xxx</a:t>
            </a:r>
            <a:endParaRPr lang="es-ES" altLang="es-BO"/>
          </a:p>
        </p:txBody>
      </p:sp>
      <p:sp>
        <p:nvSpPr>
          <p:cNvPr id="3162" name="Rectangle 90">
            <a:extLst>
              <a:ext uri="{FF2B5EF4-FFF2-40B4-BE49-F238E27FC236}">
                <a16:creationId xmlns:a16="http://schemas.microsoft.com/office/drawing/2014/main" id="{9DAEDF78-3E57-4E72-FD88-A5B07FBF7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1" y="3429000"/>
            <a:ext cx="78581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s-ES" sz="1050" dirty="0">
                <a:solidFill>
                  <a:srgbClr val="FF0000"/>
                </a:solidFill>
                <a:latin typeface="Arial Black" pitchFamily="34" charset="0"/>
              </a:rPr>
              <a:t>ZONA DE ETAPAS</a:t>
            </a:r>
            <a:r>
              <a:rPr lang="es-ES" sz="1050" dirty="0">
                <a:solidFill>
                  <a:srgbClr val="FF0000"/>
                </a:solidFill>
                <a:latin typeface="Arial" charset="0"/>
              </a:rPr>
              <a:t> </a:t>
            </a:r>
            <a:endParaRPr lang="es-ES" sz="1050" dirty="0">
              <a:solidFill>
                <a:srgbClr val="FF0000"/>
              </a:solidFill>
            </a:endParaRPr>
          </a:p>
        </p:txBody>
      </p:sp>
      <p:sp>
        <p:nvSpPr>
          <p:cNvPr id="3108" name="Oval 92">
            <a:extLst>
              <a:ext uri="{FF2B5EF4-FFF2-40B4-BE49-F238E27FC236}">
                <a16:creationId xmlns:a16="http://schemas.microsoft.com/office/drawing/2014/main" id="{9EDE9198-3AF5-9061-79C2-0942EBBD0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6" y="3200401"/>
            <a:ext cx="257175" cy="257175"/>
          </a:xfrm>
          <a:prstGeom prst="ellipse">
            <a:avLst/>
          </a:prstGeom>
          <a:solidFill>
            <a:srgbClr val="6699FF"/>
          </a:solidFill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65" name="Oval 93">
            <a:extLst>
              <a:ext uri="{FF2B5EF4-FFF2-40B4-BE49-F238E27FC236}">
                <a16:creationId xmlns:a16="http://schemas.microsoft.com/office/drawing/2014/main" id="{9D86AFDA-C63F-47D9-C9FE-CAA32B2A9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6" y="1812926"/>
            <a:ext cx="257175" cy="257175"/>
          </a:xfrm>
          <a:prstGeom prst="ellipse">
            <a:avLst/>
          </a:prstGeom>
          <a:solidFill>
            <a:srgbClr val="6699FF"/>
          </a:solidFill>
          <a:ln>
            <a:solidFill>
              <a:srgbClr val="6699FF"/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110" name="Oval 94">
            <a:extLst>
              <a:ext uri="{FF2B5EF4-FFF2-40B4-BE49-F238E27FC236}">
                <a16:creationId xmlns:a16="http://schemas.microsoft.com/office/drawing/2014/main" id="{E2CA8BAD-9A16-9897-55CB-BC6831AA5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6" y="1752601"/>
            <a:ext cx="257175" cy="257175"/>
          </a:xfrm>
          <a:prstGeom prst="ellipse">
            <a:avLst/>
          </a:prstGeom>
          <a:solidFill>
            <a:srgbClr val="6699FF"/>
          </a:solidFill>
          <a:ln w="7938">
            <a:solidFill>
              <a:srgbClr val="6699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11" name="Rectangle 96">
            <a:extLst>
              <a:ext uri="{FF2B5EF4-FFF2-40B4-BE49-F238E27FC236}">
                <a16:creationId xmlns:a16="http://schemas.microsoft.com/office/drawing/2014/main" id="{C60A74BF-4F69-09ED-7DCC-5561F348F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0064" y="2571750"/>
            <a:ext cx="72707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1000">
                <a:solidFill>
                  <a:srgbClr val="FF0000"/>
                </a:solidFill>
                <a:latin typeface="Arial Black" panose="020B0A04020102020204" pitchFamily="34" charset="0"/>
              </a:rPr>
              <a:t>BASE LOG</a:t>
            </a:r>
            <a:endParaRPr lang="es-ES" altLang="es-BO" sz="400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112" name="Rectangle 97">
            <a:extLst>
              <a:ext uri="{FF2B5EF4-FFF2-40B4-BE49-F238E27FC236}">
                <a16:creationId xmlns:a16="http://schemas.microsoft.com/office/drawing/2014/main" id="{82657129-5196-4EF1-D74B-861F1D538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6" y="2165351"/>
            <a:ext cx="3841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13" name="Rectangle 98">
            <a:extLst>
              <a:ext uri="{FF2B5EF4-FFF2-40B4-BE49-F238E27FC236}">
                <a16:creationId xmlns:a16="http://schemas.microsoft.com/office/drawing/2014/main" id="{D6F9A999-7859-D174-7E83-E0C9EF004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326" y="2209800"/>
            <a:ext cx="25717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1000">
                <a:solidFill>
                  <a:srgbClr val="002060"/>
                </a:solidFill>
              </a:rPr>
              <a:t>xxxx</a:t>
            </a:r>
            <a:endParaRPr lang="es-ES" altLang="es-BO" sz="3600">
              <a:solidFill>
                <a:srgbClr val="002060"/>
              </a:solidFill>
            </a:endParaRPr>
          </a:p>
        </p:txBody>
      </p:sp>
      <p:sp>
        <p:nvSpPr>
          <p:cNvPr id="3114" name="Rectangle 99">
            <a:extLst>
              <a:ext uri="{FF2B5EF4-FFF2-40B4-BE49-F238E27FC236}">
                <a16:creationId xmlns:a16="http://schemas.microsoft.com/office/drawing/2014/main" id="{73CE7B8B-82D0-66C9-3804-C5CDD2511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9" y="2309813"/>
            <a:ext cx="320675" cy="190500"/>
          </a:xfrm>
          <a:prstGeom prst="rect">
            <a:avLst/>
          </a:prstGeom>
          <a:noFill/>
          <a:ln w="7938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15" name="Rectangle 105">
            <a:extLst>
              <a:ext uri="{FF2B5EF4-FFF2-40B4-BE49-F238E27FC236}">
                <a16:creationId xmlns:a16="http://schemas.microsoft.com/office/drawing/2014/main" id="{F3F3ABC6-A71C-6FDD-72CE-AA3C51590E66}"/>
              </a:ext>
            </a:extLst>
          </p:cNvPr>
          <p:cNvSpPr>
            <a:spLocks noChangeArrowheads="1"/>
          </p:cNvSpPr>
          <p:nvPr/>
        </p:nvSpPr>
        <p:spPr bwMode="auto">
          <a:xfrm rot="-1560000">
            <a:off x="7504113" y="2763838"/>
            <a:ext cx="273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1400">
                <a:solidFill>
                  <a:srgbClr val="002060"/>
                </a:solidFill>
                <a:latin typeface="Arial Black" panose="020B0A04020102020204" pitchFamily="34" charset="0"/>
              </a:rPr>
              <a:t>TO</a:t>
            </a:r>
            <a:endParaRPr lang="es-ES" altLang="es-BO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3116" name="Rectangle 110">
            <a:extLst>
              <a:ext uri="{FF2B5EF4-FFF2-40B4-BE49-F238E27FC236}">
                <a16:creationId xmlns:a16="http://schemas.microsoft.com/office/drawing/2014/main" id="{B36BC9F8-4E36-2C08-9D39-A1D0A518E923}"/>
              </a:ext>
            </a:extLst>
          </p:cNvPr>
          <p:cNvSpPr>
            <a:spLocks noChangeArrowheads="1"/>
          </p:cNvSpPr>
          <p:nvPr/>
        </p:nvSpPr>
        <p:spPr bwMode="auto">
          <a:xfrm rot="-1560000">
            <a:off x="7069138" y="2836863"/>
            <a:ext cx="2794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ES" altLang="es-BO" sz="1400">
                <a:solidFill>
                  <a:srgbClr val="000000"/>
                </a:solidFill>
                <a:latin typeface="Arial Black" panose="020B0A04020102020204" pitchFamily="34" charset="0"/>
              </a:rPr>
              <a:t>ZO</a:t>
            </a:r>
            <a:endParaRPr lang="es-ES" altLang="es-BO" sz="4800">
              <a:latin typeface="Arial Black" panose="020B0A04020102020204" pitchFamily="34" charset="0"/>
            </a:endParaRPr>
          </a:p>
        </p:txBody>
      </p:sp>
      <p:sp>
        <p:nvSpPr>
          <p:cNvPr id="3117" name="Freeform 117">
            <a:extLst>
              <a:ext uri="{FF2B5EF4-FFF2-40B4-BE49-F238E27FC236}">
                <a16:creationId xmlns:a16="http://schemas.microsoft.com/office/drawing/2014/main" id="{EF7E8541-1B43-5242-4599-59B1AF47B2FB}"/>
              </a:ext>
            </a:extLst>
          </p:cNvPr>
          <p:cNvSpPr>
            <a:spLocks/>
          </p:cNvSpPr>
          <p:nvPr/>
        </p:nvSpPr>
        <p:spPr bwMode="auto">
          <a:xfrm>
            <a:off x="6686551" y="4324350"/>
            <a:ext cx="371475" cy="1257300"/>
          </a:xfrm>
          <a:custGeom>
            <a:avLst/>
            <a:gdLst>
              <a:gd name="T0" fmla="*/ 0 w 234"/>
              <a:gd name="T1" fmla="*/ 0 h 792"/>
              <a:gd name="T2" fmla="*/ 90 w 234"/>
              <a:gd name="T3" fmla="*/ 162 h 792"/>
              <a:gd name="T4" fmla="*/ 126 w 234"/>
              <a:gd name="T5" fmla="*/ 558 h 792"/>
              <a:gd name="T6" fmla="*/ 234 w 234"/>
              <a:gd name="T7" fmla="*/ 792 h 792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792"/>
              <a:gd name="T14" fmla="*/ 234 w 234"/>
              <a:gd name="T15" fmla="*/ 792 h 7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792">
                <a:moveTo>
                  <a:pt x="0" y="0"/>
                </a:moveTo>
                <a:cubicBezTo>
                  <a:pt x="83" y="124"/>
                  <a:pt x="58" y="67"/>
                  <a:pt x="90" y="162"/>
                </a:cubicBezTo>
                <a:cubicBezTo>
                  <a:pt x="98" y="294"/>
                  <a:pt x="79" y="434"/>
                  <a:pt x="126" y="558"/>
                </a:cubicBezTo>
                <a:cubicBezTo>
                  <a:pt x="155" y="635"/>
                  <a:pt x="234" y="706"/>
                  <a:pt x="234" y="792"/>
                </a:cubicBezTo>
              </a:path>
            </a:pathLst>
          </a:custGeom>
          <a:noFill/>
          <a:ln w="28575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18" name="Freeform 118">
            <a:extLst>
              <a:ext uri="{FF2B5EF4-FFF2-40B4-BE49-F238E27FC236}">
                <a16:creationId xmlns:a16="http://schemas.microsoft.com/office/drawing/2014/main" id="{3D73C76D-308C-42CB-78D9-0A6D47DD7553}"/>
              </a:ext>
            </a:extLst>
          </p:cNvPr>
          <p:cNvSpPr>
            <a:spLocks/>
          </p:cNvSpPr>
          <p:nvPr/>
        </p:nvSpPr>
        <p:spPr bwMode="auto">
          <a:xfrm>
            <a:off x="5172075" y="4838701"/>
            <a:ext cx="1885950" cy="1698625"/>
          </a:xfrm>
          <a:custGeom>
            <a:avLst/>
            <a:gdLst>
              <a:gd name="T0" fmla="*/ 1188 w 1188"/>
              <a:gd name="T1" fmla="*/ 414 h 1070"/>
              <a:gd name="T2" fmla="*/ 1134 w 1188"/>
              <a:gd name="T3" fmla="*/ 468 h 1070"/>
              <a:gd name="T4" fmla="*/ 1026 w 1188"/>
              <a:gd name="T5" fmla="*/ 540 h 1070"/>
              <a:gd name="T6" fmla="*/ 918 w 1188"/>
              <a:gd name="T7" fmla="*/ 756 h 1070"/>
              <a:gd name="T8" fmla="*/ 900 w 1188"/>
              <a:gd name="T9" fmla="*/ 1044 h 1070"/>
              <a:gd name="T10" fmla="*/ 864 w 1188"/>
              <a:gd name="T11" fmla="*/ 990 h 1070"/>
              <a:gd name="T12" fmla="*/ 594 w 1188"/>
              <a:gd name="T13" fmla="*/ 1008 h 1070"/>
              <a:gd name="T14" fmla="*/ 486 w 1188"/>
              <a:gd name="T15" fmla="*/ 1044 h 1070"/>
              <a:gd name="T16" fmla="*/ 432 w 1188"/>
              <a:gd name="T17" fmla="*/ 1062 h 1070"/>
              <a:gd name="T18" fmla="*/ 306 w 1188"/>
              <a:gd name="T19" fmla="*/ 1044 h 1070"/>
              <a:gd name="T20" fmla="*/ 252 w 1188"/>
              <a:gd name="T21" fmla="*/ 864 h 1070"/>
              <a:gd name="T22" fmla="*/ 144 w 1188"/>
              <a:gd name="T23" fmla="*/ 486 h 1070"/>
              <a:gd name="T24" fmla="*/ 36 w 1188"/>
              <a:gd name="T25" fmla="*/ 162 h 1070"/>
              <a:gd name="T26" fmla="*/ 18 w 1188"/>
              <a:gd name="T27" fmla="*/ 108 h 1070"/>
              <a:gd name="T28" fmla="*/ 0 w 1188"/>
              <a:gd name="T29" fmla="*/ 0 h 107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88"/>
              <a:gd name="T46" fmla="*/ 0 h 1070"/>
              <a:gd name="T47" fmla="*/ 1188 w 1188"/>
              <a:gd name="T48" fmla="*/ 1070 h 107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88" h="1070">
                <a:moveTo>
                  <a:pt x="1188" y="414"/>
                </a:moveTo>
                <a:cubicBezTo>
                  <a:pt x="1170" y="432"/>
                  <a:pt x="1154" y="452"/>
                  <a:pt x="1134" y="468"/>
                </a:cubicBezTo>
                <a:cubicBezTo>
                  <a:pt x="1100" y="495"/>
                  <a:pt x="1026" y="540"/>
                  <a:pt x="1026" y="540"/>
                </a:cubicBezTo>
                <a:cubicBezTo>
                  <a:pt x="1000" y="619"/>
                  <a:pt x="944" y="677"/>
                  <a:pt x="918" y="756"/>
                </a:cubicBezTo>
                <a:cubicBezTo>
                  <a:pt x="912" y="852"/>
                  <a:pt x="922" y="950"/>
                  <a:pt x="900" y="1044"/>
                </a:cubicBezTo>
                <a:cubicBezTo>
                  <a:pt x="895" y="1065"/>
                  <a:pt x="885" y="993"/>
                  <a:pt x="864" y="990"/>
                </a:cubicBezTo>
                <a:cubicBezTo>
                  <a:pt x="774" y="979"/>
                  <a:pt x="684" y="1002"/>
                  <a:pt x="594" y="1008"/>
                </a:cubicBezTo>
                <a:cubicBezTo>
                  <a:pt x="558" y="1020"/>
                  <a:pt x="522" y="1032"/>
                  <a:pt x="486" y="1044"/>
                </a:cubicBezTo>
                <a:cubicBezTo>
                  <a:pt x="468" y="1050"/>
                  <a:pt x="432" y="1062"/>
                  <a:pt x="432" y="1062"/>
                </a:cubicBezTo>
                <a:cubicBezTo>
                  <a:pt x="390" y="1056"/>
                  <a:pt x="339" y="1070"/>
                  <a:pt x="306" y="1044"/>
                </a:cubicBezTo>
                <a:cubicBezTo>
                  <a:pt x="290" y="1032"/>
                  <a:pt x="261" y="895"/>
                  <a:pt x="252" y="864"/>
                </a:cubicBezTo>
                <a:cubicBezTo>
                  <a:pt x="216" y="738"/>
                  <a:pt x="166" y="616"/>
                  <a:pt x="144" y="486"/>
                </a:cubicBezTo>
                <a:cubicBezTo>
                  <a:pt x="121" y="347"/>
                  <a:pt x="138" y="264"/>
                  <a:pt x="36" y="162"/>
                </a:cubicBezTo>
                <a:cubicBezTo>
                  <a:pt x="30" y="144"/>
                  <a:pt x="22" y="127"/>
                  <a:pt x="18" y="108"/>
                </a:cubicBezTo>
                <a:cubicBezTo>
                  <a:pt x="10" y="72"/>
                  <a:pt x="0" y="0"/>
                  <a:pt x="0" y="0"/>
                </a:cubicBezTo>
              </a:path>
            </a:pathLst>
          </a:custGeom>
          <a:noFill/>
          <a:ln w="28575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19" name="Freeform 120">
            <a:extLst>
              <a:ext uri="{FF2B5EF4-FFF2-40B4-BE49-F238E27FC236}">
                <a16:creationId xmlns:a16="http://schemas.microsoft.com/office/drawing/2014/main" id="{2B49804E-CCC4-CA8C-12C3-325431CC49AD}"/>
              </a:ext>
            </a:extLst>
          </p:cNvPr>
          <p:cNvSpPr>
            <a:spLocks/>
          </p:cNvSpPr>
          <p:nvPr/>
        </p:nvSpPr>
        <p:spPr bwMode="auto">
          <a:xfrm>
            <a:off x="4029075" y="2809875"/>
            <a:ext cx="2000250" cy="1943100"/>
          </a:xfrm>
          <a:custGeom>
            <a:avLst/>
            <a:gdLst>
              <a:gd name="T0" fmla="*/ 0 w 1260"/>
              <a:gd name="T1" fmla="*/ 1224 h 1224"/>
              <a:gd name="T2" fmla="*/ 72 w 1260"/>
              <a:gd name="T3" fmla="*/ 882 h 1224"/>
              <a:gd name="T4" fmla="*/ 108 w 1260"/>
              <a:gd name="T5" fmla="*/ 774 h 1224"/>
              <a:gd name="T6" fmla="*/ 126 w 1260"/>
              <a:gd name="T7" fmla="*/ 720 h 1224"/>
              <a:gd name="T8" fmla="*/ 108 w 1260"/>
              <a:gd name="T9" fmla="*/ 486 h 1224"/>
              <a:gd name="T10" fmla="*/ 72 w 1260"/>
              <a:gd name="T11" fmla="*/ 432 h 1224"/>
              <a:gd name="T12" fmla="*/ 36 w 1260"/>
              <a:gd name="T13" fmla="*/ 324 h 1224"/>
              <a:gd name="T14" fmla="*/ 18 w 1260"/>
              <a:gd name="T15" fmla="*/ 270 h 1224"/>
              <a:gd name="T16" fmla="*/ 36 w 1260"/>
              <a:gd name="T17" fmla="*/ 198 h 1224"/>
              <a:gd name="T18" fmla="*/ 90 w 1260"/>
              <a:gd name="T19" fmla="*/ 180 h 1224"/>
              <a:gd name="T20" fmla="*/ 504 w 1260"/>
              <a:gd name="T21" fmla="*/ 162 h 1224"/>
              <a:gd name="T22" fmla="*/ 630 w 1260"/>
              <a:gd name="T23" fmla="*/ 36 h 1224"/>
              <a:gd name="T24" fmla="*/ 738 w 1260"/>
              <a:gd name="T25" fmla="*/ 0 h 1224"/>
              <a:gd name="T26" fmla="*/ 1260 w 1260"/>
              <a:gd name="T27" fmla="*/ 36 h 122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60"/>
              <a:gd name="T43" fmla="*/ 0 h 1224"/>
              <a:gd name="T44" fmla="*/ 1260 w 1260"/>
              <a:gd name="T45" fmla="*/ 1224 h 122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60" h="1224">
                <a:moveTo>
                  <a:pt x="0" y="1224"/>
                </a:moveTo>
                <a:cubicBezTo>
                  <a:pt x="28" y="1110"/>
                  <a:pt x="41" y="995"/>
                  <a:pt x="72" y="882"/>
                </a:cubicBezTo>
                <a:cubicBezTo>
                  <a:pt x="82" y="845"/>
                  <a:pt x="96" y="810"/>
                  <a:pt x="108" y="774"/>
                </a:cubicBezTo>
                <a:cubicBezTo>
                  <a:pt x="114" y="756"/>
                  <a:pt x="126" y="720"/>
                  <a:pt x="126" y="720"/>
                </a:cubicBezTo>
                <a:cubicBezTo>
                  <a:pt x="120" y="642"/>
                  <a:pt x="122" y="563"/>
                  <a:pt x="108" y="486"/>
                </a:cubicBezTo>
                <a:cubicBezTo>
                  <a:pt x="104" y="465"/>
                  <a:pt x="81" y="452"/>
                  <a:pt x="72" y="432"/>
                </a:cubicBezTo>
                <a:cubicBezTo>
                  <a:pt x="57" y="397"/>
                  <a:pt x="48" y="360"/>
                  <a:pt x="36" y="324"/>
                </a:cubicBezTo>
                <a:cubicBezTo>
                  <a:pt x="30" y="306"/>
                  <a:pt x="18" y="270"/>
                  <a:pt x="18" y="270"/>
                </a:cubicBezTo>
                <a:cubicBezTo>
                  <a:pt x="24" y="246"/>
                  <a:pt x="21" y="217"/>
                  <a:pt x="36" y="198"/>
                </a:cubicBezTo>
                <a:cubicBezTo>
                  <a:pt x="48" y="183"/>
                  <a:pt x="71" y="181"/>
                  <a:pt x="90" y="180"/>
                </a:cubicBezTo>
                <a:cubicBezTo>
                  <a:pt x="228" y="169"/>
                  <a:pt x="366" y="168"/>
                  <a:pt x="504" y="162"/>
                </a:cubicBezTo>
                <a:cubicBezTo>
                  <a:pt x="599" y="130"/>
                  <a:pt x="547" y="160"/>
                  <a:pt x="630" y="36"/>
                </a:cubicBezTo>
                <a:cubicBezTo>
                  <a:pt x="651" y="4"/>
                  <a:pt x="738" y="0"/>
                  <a:pt x="738" y="0"/>
                </a:cubicBezTo>
                <a:cubicBezTo>
                  <a:pt x="904" y="9"/>
                  <a:pt x="1090" y="36"/>
                  <a:pt x="1260" y="36"/>
                </a:cubicBezTo>
              </a:path>
            </a:pathLst>
          </a:custGeom>
          <a:noFill/>
          <a:ln w="28575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20" name="Line 122">
            <a:extLst>
              <a:ext uri="{FF2B5EF4-FFF2-40B4-BE49-F238E27FC236}">
                <a16:creationId xmlns:a16="http://schemas.microsoft.com/office/drawing/2014/main" id="{210A4404-33C6-AD8A-4540-FCBF5FFC79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4325" y="3124200"/>
            <a:ext cx="2514600" cy="1219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BO"/>
          </a:p>
        </p:txBody>
      </p:sp>
      <p:sp>
        <p:nvSpPr>
          <p:cNvPr id="3121" name="Freeform 123">
            <a:extLst>
              <a:ext uri="{FF2B5EF4-FFF2-40B4-BE49-F238E27FC236}">
                <a16:creationId xmlns:a16="http://schemas.microsoft.com/office/drawing/2014/main" id="{1B48A5DE-1EEA-5173-D0DE-2E5A2BEE531C}"/>
              </a:ext>
            </a:extLst>
          </p:cNvPr>
          <p:cNvSpPr>
            <a:spLocks/>
          </p:cNvSpPr>
          <p:nvPr/>
        </p:nvSpPr>
        <p:spPr bwMode="auto">
          <a:xfrm>
            <a:off x="5362576" y="2838450"/>
            <a:ext cx="1376363" cy="2876550"/>
          </a:xfrm>
          <a:custGeom>
            <a:avLst/>
            <a:gdLst>
              <a:gd name="T0" fmla="*/ 0 w 398"/>
              <a:gd name="T1" fmla="*/ 0 h 724"/>
              <a:gd name="T2" fmla="*/ 108 w 398"/>
              <a:gd name="T3" fmla="*/ 180 h 724"/>
              <a:gd name="T4" fmla="*/ 120 w 398"/>
              <a:gd name="T5" fmla="*/ 228 h 724"/>
              <a:gd name="T6" fmla="*/ 156 w 398"/>
              <a:gd name="T7" fmla="*/ 264 h 724"/>
              <a:gd name="T8" fmla="*/ 204 w 398"/>
              <a:gd name="T9" fmla="*/ 336 h 724"/>
              <a:gd name="T10" fmla="*/ 252 w 398"/>
              <a:gd name="T11" fmla="*/ 408 h 724"/>
              <a:gd name="T12" fmla="*/ 300 w 398"/>
              <a:gd name="T13" fmla="*/ 516 h 724"/>
              <a:gd name="T14" fmla="*/ 348 w 398"/>
              <a:gd name="T15" fmla="*/ 588 h 724"/>
              <a:gd name="T16" fmla="*/ 372 w 398"/>
              <a:gd name="T17" fmla="*/ 672 h 724"/>
              <a:gd name="T18" fmla="*/ 396 w 398"/>
              <a:gd name="T19" fmla="*/ 720 h 7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98"/>
              <a:gd name="T31" fmla="*/ 0 h 724"/>
              <a:gd name="T32" fmla="*/ 398 w 398"/>
              <a:gd name="T33" fmla="*/ 724 h 72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98" h="724">
                <a:moveTo>
                  <a:pt x="0" y="0"/>
                </a:moveTo>
                <a:cubicBezTo>
                  <a:pt x="62" y="42"/>
                  <a:pt x="90" y="108"/>
                  <a:pt x="108" y="180"/>
                </a:cubicBezTo>
                <a:cubicBezTo>
                  <a:pt x="112" y="196"/>
                  <a:pt x="112" y="214"/>
                  <a:pt x="120" y="228"/>
                </a:cubicBezTo>
                <a:cubicBezTo>
                  <a:pt x="128" y="243"/>
                  <a:pt x="144" y="252"/>
                  <a:pt x="156" y="264"/>
                </a:cubicBezTo>
                <a:cubicBezTo>
                  <a:pt x="193" y="376"/>
                  <a:pt x="132" y="210"/>
                  <a:pt x="204" y="336"/>
                </a:cubicBezTo>
                <a:cubicBezTo>
                  <a:pt x="252" y="419"/>
                  <a:pt x="174" y="356"/>
                  <a:pt x="252" y="408"/>
                </a:cubicBezTo>
                <a:cubicBezTo>
                  <a:pt x="263" y="442"/>
                  <a:pt x="283" y="485"/>
                  <a:pt x="300" y="516"/>
                </a:cubicBezTo>
                <a:cubicBezTo>
                  <a:pt x="314" y="541"/>
                  <a:pt x="348" y="588"/>
                  <a:pt x="348" y="588"/>
                </a:cubicBezTo>
                <a:cubicBezTo>
                  <a:pt x="352" y="603"/>
                  <a:pt x="363" y="655"/>
                  <a:pt x="372" y="672"/>
                </a:cubicBezTo>
                <a:cubicBezTo>
                  <a:pt x="398" y="724"/>
                  <a:pt x="396" y="690"/>
                  <a:pt x="396" y="720"/>
                </a:cubicBezTo>
              </a:path>
            </a:pathLst>
          </a:custGeom>
          <a:noFill/>
          <a:ln w="28575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22" name="Freeform 124">
            <a:extLst>
              <a:ext uri="{FF2B5EF4-FFF2-40B4-BE49-F238E27FC236}">
                <a16:creationId xmlns:a16="http://schemas.microsoft.com/office/drawing/2014/main" id="{54B5B1AC-F776-A502-8BA3-5114C225DCF2}"/>
              </a:ext>
            </a:extLst>
          </p:cNvPr>
          <p:cNvSpPr>
            <a:spLocks/>
          </p:cNvSpPr>
          <p:nvPr/>
        </p:nvSpPr>
        <p:spPr bwMode="auto">
          <a:xfrm>
            <a:off x="4540251" y="3073400"/>
            <a:ext cx="765175" cy="1327150"/>
          </a:xfrm>
          <a:custGeom>
            <a:avLst/>
            <a:gdLst>
              <a:gd name="T0" fmla="*/ 2 w 482"/>
              <a:gd name="T1" fmla="*/ 20 h 836"/>
              <a:gd name="T2" fmla="*/ 26 w 482"/>
              <a:gd name="T3" fmla="*/ 320 h 836"/>
              <a:gd name="T4" fmla="*/ 98 w 482"/>
              <a:gd name="T5" fmla="*/ 476 h 836"/>
              <a:gd name="T6" fmla="*/ 158 w 482"/>
              <a:gd name="T7" fmla="*/ 596 h 836"/>
              <a:gd name="T8" fmla="*/ 374 w 482"/>
              <a:gd name="T9" fmla="*/ 776 h 836"/>
              <a:gd name="T10" fmla="*/ 446 w 482"/>
              <a:gd name="T11" fmla="*/ 812 h 836"/>
              <a:gd name="T12" fmla="*/ 482 w 482"/>
              <a:gd name="T13" fmla="*/ 836 h 8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2"/>
              <a:gd name="T22" fmla="*/ 0 h 836"/>
              <a:gd name="T23" fmla="*/ 482 w 482"/>
              <a:gd name="T24" fmla="*/ 836 h 8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2" h="836">
                <a:moveTo>
                  <a:pt x="2" y="20"/>
                </a:moveTo>
                <a:cubicBezTo>
                  <a:pt x="37" y="160"/>
                  <a:pt x="0" y="0"/>
                  <a:pt x="26" y="320"/>
                </a:cubicBezTo>
                <a:cubicBezTo>
                  <a:pt x="31" y="387"/>
                  <a:pt x="69" y="418"/>
                  <a:pt x="98" y="476"/>
                </a:cubicBezTo>
                <a:cubicBezTo>
                  <a:pt x="117" y="515"/>
                  <a:pt x="137" y="559"/>
                  <a:pt x="158" y="596"/>
                </a:cubicBezTo>
                <a:cubicBezTo>
                  <a:pt x="218" y="701"/>
                  <a:pt x="273" y="725"/>
                  <a:pt x="374" y="776"/>
                </a:cubicBezTo>
                <a:cubicBezTo>
                  <a:pt x="398" y="788"/>
                  <a:pt x="422" y="800"/>
                  <a:pt x="446" y="812"/>
                </a:cubicBezTo>
                <a:cubicBezTo>
                  <a:pt x="459" y="818"/>
                  <a:pt x="482" y="836"/>
                  <a:pt x="482" y="836"/>
                </a:cubicBezTo>
              </a:path>
            </a:pathLst>
          </a:custGeom>
          <a:noFill/>
          <a:ln w="28575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BO" altLang="es-BO"/>
          </a:p>
        </p:txBody>
      </p:sp>
      <p:sp>
        <p:nvSpPr>
          <p:cNvPr id="3123" name="Line 125">
            <a:extLst>
              <a:ext uri="{FF2B5EF4-FFF2-40B4-BE49-F238E27FC236}">
                <a16:creationId xmlns:a16="http://schemas.microsoft.com/office/drawing/2014/main" id="{F09E4F8E-7E28-AD8A-AA7B-1C93B2D459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118" y="332657"/>
            <a:ext cx="1120110" cy="2376577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BO"/>
          </a:p>
        </p:txBody>
      </p:sp>
      <p:sp>
        <p:nvSpPr>
          <p:cNvPr id="3124" name="Line 126">
            <a:extLst>
              <a:ext uri="{FF2B5EF4-FFF2-40B4-BE49-F238E27FC236}">
                <a16:creationId xmlns:a16="http://schemas.microsoft.com/office/drawing/2014/main" id="{0DA4F8A3-3162-CCF6-0216-A840D4DA4B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25991" y="3024981"/>
            <a:ext cx="1127484" cy="2420243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BO"/>
          </a:p>
        </p:txBody>
      </p:sp>
      <p:sp>
        <p:nvSpPr>
          <p:cNvPr id="3125" name="Text Box 127">
            <a:extLst>
              <a:ext uri="{FF2B5EF4-FFF2-40B4-BE49-F238E27FC236}">
                <a16:creationId xmlns:a16="http://schemas.microsoft.com/office/drawing/2014/main" id="{1C1084A8-93BB-FBA7-3A90-20B92B32A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2214564"/>
            <a:ext cx="1219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_tradnl" altLang="es-BO" sz="1200">
                <a:solidFill>
                  <a:srgbClr val="FF0000"/>
                </a:solidFill>
                <a:latin typeface="Arial Black" panose="020B0A04020102020204" pitchFamily="34" charset="0"/>
              </a:rPr>
              <a:t>ZONA DEL</a:t>
            </a:r>
          </a:p>
          <a:p>
            <a:pPr eaLnBrk="1" hangingPunct="1">
              <a:spcBef>
                <a:spcPct val="50000"/>
              </a:spcBef>
            </a:pPr>
            <a:r>
              <a:rPr lang="es-ES_tradnl" altLang="es-BO" sz="1200">
                <a:solidFill>
                  <a:srgbClr val="FF0000"/>
                </a:solidFill>
                <a:latin typeface="Arial Black" panose="020B0A04020102020204" pitchFamily="34" charset="0"/>
              </a:rPr>
              <a:t>INTERIOR</a:t>
            </a:r>
            <a:endParaRPr lang="es-ES" altLang="es-BO" sz="120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60" name="59 Forma libre">
            <a:extLst>
              <a:ext uri="{FF2B5EF4-FFF2-40B4-BE49-F238E27FC236}">
                <a16:creationId xmlns:a16="http://schemas.microsoft.com/office/drawing/2014/main" id="{69C849EA-012D-D8BB-DDF9-03091B99127F}"/>
              </a:ext>
            </a:extLst>
          </p:cNvPr>
          <p:cNvSpPr/>
          <p:nvPr/>
        </p:nvSpPr>
        <p:spPr>
          <a:xfrm>
            <a:off x="5303838" y="4379913"/>
            <a:ext cx="1092200" cy="2049462"/>
          </a:xfrm>
          <a:custGeom>
            <a:avLst/>
            <a:gdLst>
              <a:gd name="connsiteX0" fmla="*/ 0 w 1091821"/>
              <a:gd name="connsiteY0" fmla="*/ 993 h 2048896"/>
              <a:gd name="connsiteX1" fmla="*/ 218364 w 1091821"/>
              <a:gd name="connsiteY1" fmla="*/ 69232 h 2048896"/>
              <a:gd name="connsiteX2" fmla="*/ 232012 w 1091821"/>
              <a:gd name="connsiteY2" fmla="*/ 110175 h 2048896"/>
              <a:gd name="connsiteX3" fmla="*/ 259307 w 1091821"/>
              <a:gd name="connsiteY3" fmla="*/ 219358 h 2048896"/>
              <a:gd name="connsiteX4" fmla="*/ 286603 w 1091821"/>
              <a:gd name="connsiteY4" fmla="*/ 437722 h 2048896"/>
              <a:gd name="connsiteX5" fmla="*/ 354842 w 1091821"/>
              <a:gd name="connsiteY5" fmla="*/ 505961 h 2048896"/>
              <a:gd name="connsiteX6" fmla="*/ 450376 w 1091821"/>
              <a:gd name="connsiteY6" fmla="*/ 546904 h 2048896"/>
              <a:gd name="connsiteX7" fmla="*/ 491319 w 1091821"/>
              <a:gd name="connsiteY7" fmla="*/ 587847 h 2048896"/>
              <a:gd name="connsiteX8" fmla="*/ 532263 w 1091821"/>
              <a:gd name="connsiteY8" fmla="*/ 615143 h 2048896"/>
              <a:gd name="connsiteX9" fmla="*/ 573206 w 1091821"/>
              <a:gd name="connsiteY9" fmla="*/ 697029 h 2048896"/>
              <a:gd name="connsiteX10" fmla="*/ 614149 w 1091821"/>
              <a:gd name="connsiteY10" fmla="*/ 847155 h 2048896"/>
              <a:gd name="connsiteX11" fmla="*/ 696036 w 1091821"/>
              <a:gd name="connsiteY11" fmla="*/ 969984 h 2048896"/>
              <a:gd name="connsiteX12" fmla="*/ 723331 w 1091821"/>
              <a:gd name="connsiteY12" fmla="*/ 1010928 h 2048896"/>
              <a:gd name="connsiteX13" fmla="*/ 777922 w 1091821"/>
              <a:gd name="connsiteY13" fmla="*/ 1092814 h 2048896"/>
              <a:gd name="connsiteX14" fmla="*/ 791570 w 1091821"/>
              <a:gd name="connsiteY14" fmla="*/ 1133758 h 2048896"/>
              <a:gd name="connsiteX15" fmla="*/ 818866 w 1091821"/>
              <a:gd name="connsiteY15" fmla="*/ 1174701 h 2048896"/>
              <a:gd name="connsiteX16" fmla="*/ 873457 w 1091821"/>
              <a:gd name="connsiteY16" fmla="*/ 1297531 h 2048896"/>
              <a:gd name="connsiteX17" fmla="*/ 900752 w 1091821"/>
              <a:gd name="connsiteY17" fmla="*/ 1379417 h 2048896"/>
              <a:gd name="connsiteX18" fmla="*/ 941695 w 1091821"/>
              <a:gd name="connsiteY18" fmla="*/ 1570486 h 2048896"/>
              <a:gd name="connsiteX19" fmla="*/ 955343 w 1091821"/>
              <a:gd name="connsiteY19" fmla="*/ 1625077 h 2048896"/>
              <a:gd name="connsiteX20" fmla="*/ 996286 w 1091821"/>
              <a:gd name="connsiteY20" fmla="*/ 1666020 h 2048896"/>
              <a:gd name="connsiteX21" fmla="*/ 1037230 w 1091821"/>
              <a:gd name="connsiteY21" fmla="*/ 1788850 h 2048896"/>
              <a:gd name="connsiteX22" fmla="*/ 1050877 w 1091821"/>
              <a:gd name="connsiteY22" fmla="*/ 1829793 h 2048896"/>
              <a:gd name="connsiteX23" fmla="*/ 1064525 w 1091821"/>
              <a:gd name="connsiteY23" fmla="*/ 1870737 h 2048896"/>
              <a:gd name="connsiteX24" fmla="*/ 1078173 w 1091821"/>
              <a:gd name="connsiteY24" fmla="*/ 1993566 h 2048896"/>
              <a:gd name="connsiteX25" fmla="*/ 1091821 w 1091821"/>
              <a:gd name="connsiteY25" fmla="*/ 2034510 h 2048896"/>
              <a:gd name="connsiteX26" fmla="*/ 1091821 w 1091821"/>
              <a:gd name="connsiteY26" fmla="*/ 2020862 h 204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91821" h="2048896">
                <a:moveTo>
                  <a:pt x="0" y="993"/>
                </a:moveTo>
                <a:cubicBezTo>
                  <a:pt x="100676" y="12179"/>
                  <a:pt x="139242" y="0"/>
                  <a:pt x="218364" y="69232"/>
                </a:cubicBezTo>
                <a:cubicBezTo>
                  <a:pt x="229191" y="78705"/>
                  <a:pt x="228227" y="96296"/>
                  <a:pt x="232012" y="110175"/>
                </a:cubicBezTo>
                <a:cubicBezTo>
                  <a:pt x="241883" y="146368"/>
                  <a:pt x="259307" y="219358"/>
                  <a:pt x="259307" y="219358"/>
                </a:cubicBezTo>
                <a:cubicBezTo>
                  <a:pt x="260800" y="235785"/>
                  <a:pt x="269681" y="392597"/>
                  <a:pt x="286603" y="437722"/>
                </a:cubicBezTo>
                <a:cubicBezTo>
                  <a:pt x="299201" y="471317"/>
                  <a:pt x="324047" y="490564"/>
                  <a:pt x="354842" y="505961"/>
                </a:cubicBezTo>
                <a:cubicBezTo>
                  <a:pt x="414247" y="535663"/>
                  <a:pt x="384104" y="499567"/>
                  <a:pt x="450376" y="546904"/>
                </a:cubicBezTo>
                <a:cubicBezTo>
                  <a:pt x="466082" y="558122"/>
                  <a:pt x="476492" y="575491"/>
                  <a:pt x="491319" y="587847"/>
                </a:cubicBezTo>
                <a:cubicBezTo>
                  <a:pt x="503920" y="598348"/>
                  <a:pt x="518615" y="606044"/>
                  <a:pt x="532263" y="615143"/>
                </a:cubicBezTo>
                <a:cubicBezTo>
                  <a:pt x="558947" y="655170"/>
                  <a:pt x="561905" y="651827"/>
                  <a:pt x="573206" y="697029"/>
                </a:cubicBezTo>
                <a:cubicBezTo>
                  <a:pt x="583460" y="738044"/>
                  <a:pt x="590727" y="812023"/>
                  <a:pt x="614149" y="847155"/>
                </a:cubicBezTo>
                <a:lnTo>
                  <a:pt x="696036" y="969984"/>
                </a:lnTo>
                <a:cubicBezTo>
                  <a:pt x="705135" y="983632"/>
                  <a:pt x="718144" y="995367"/>
                  <a:pt x="723331" y="1010928"/>
                </a:cubicBezTo>
                <a:cubicBezTo>
                  <a:pt x="743083" y="1070181"/>
                  <a:pt x="726807" y="1041699"/>
                  <a:pt x="777922" y="1092814"/>
                </a:cubicBezTo>
                <a:cubicBezTo>
                  <a:pt x="782471" y="1106462"/>
                  <a:pt x="785136" y="1120891"/>
                  <a:pt x="791570" y="1133758"/>
                </a:cubicBezTo>
                <a:cubicBezTo>
                  <a:pt x="798906" y="1148429"/>
                  <a:pt x="812204" y="1159712"/>
                  <a:pt x="818866" y="1174701"/>
                </a:cubicBezTo>
                <a:cubicBezTo>
                  <a:pt x="883833" y="1320875"/>
                  <a:pt x="811682" y="1204868"/>
                  <a:pt x="873457" y="1297531"/>
                </a:cubicBezTo>
                <a:cubicBezTo>
                  <a:pt x="882555" y="1324826"/>
                  <a:pt x="896022" y="1351037"/>
                  <a:pt x="900752" y="1379417"/>
                </a:cubicBezTo>
                <a:cubicBezTo>
                  <a:pt x="920567" y="1498304"/>
                  <a:pt x="907689" y="1434463"/>
                  <a:pt x="941695" y="1570486"/>
                </a:cubicBezTo>
                <a:cubicBezTo>
                  <a:pt x="946244" y="1588683"/>
                  <a:pt x="942080" y="1611814"/>
                  <a:pt x="955343" y="1625077"/>
                </a:cubicBezTo>
                <a:lnTo>
                  <a:pt x="996286" y="1666020"/>
                </a:lnTo>
                <a:lnTo>
                  <a:pt x="1037230" y="1788850"/>
                </a:lnTo>
                <a:lnTo>
                  <a:pt x="1050877" y="1829793"/>
                </a:lnTo>
                <a:lnTo>
                  <a:pt x="1064525" y="1870737"/>
                </a:lnTo>
                <a:cubicBezTo>
                  <a:pt x="1041778" y="1938976"/>
                  <a:pt x="1046328" y="1898032"/>
                  <a:pt x="1078173" y="1993566"/>
                </a:cubicBezTo>
                <a:cubicBezTo>
                  <a:pt x="1082722" y="2007214"/>
                  <a:pt x="1091821" y="2048896"/>
                  <a:pt x="1091821" y="2034510"/>
                </a:cubicBezTo>
                <a:lnTo>
                  <a:pt x="1091821" y="2020862"/>
                </a:lnTo>
              </a:path>
            </a:pathLst>
          </a:custGeom>
          <a:ln w="28575">
            <a:solidFill>
              <a:srgbClr val="FF66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61" name="60 Cerrar llave">
            <a:extLst>
              <a:ext uri="{FF2B5EF4-FFF2-40B4-BE49-F238E27FC236}">
                <a16:creationId xmlns:a16="http://schemas.microsoft.com/office/drawing/2014/main" id="{F776D07E-1ECF-B290-CF27-57B69BDA6610}"/>
              </a:ext>
            </a:extLst>
          </p:cNvPr>
          <p:cNvSpPr/>
          <p:nvPr/>
        </p:nvSpPr>
        <p:spPr>
          <a:xfrm rot="20135597">
            <a:off x="6646864" y="2543176"/>
            <a:ext cx="415925" cy="1285875"/>
          </a:xfrm>
          <a:prstGeom prst="rightBrace">
            <a:avLst>
              <a:gd name="adj1" fmla="val 14946"/>
              <a:gd name="adj2" fmla="val 50269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645</Words>
  <Application>Microsoft Office PowerPoint</Application>
  <PresentationFormat>Panorámica</PresentationFormat>
  <Paragraphs>138</Paragraphs>
  <Slides>13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Bahnschrift SemiBold</vt:lpstr>
      <vt:lpstr>Calibri</vt:lpstr>
      <vt:lpstr>Calibri Light</vt:lpstr>
      <vt:lpstr>Wingdings</vt:lpstr>
      <vt:lpstr>Tema de Office</vt:lpstr>
      <vt:lpstr>Imagen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2025-04-02T23:41:27Z</dcterms:created>
  <dcterms:modified xsi:type="dcterms:W3CDTF">2026-07-23T02:34:08Z</dcterms:modified>
</cp:coreProperties>
</file>